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6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Instrument Sans" panose="020B0604020202020204" charset="0"/>
      <p:regular r:id="rId16"/>
      <p:bold r:id="rId17"/>
      <p:italic r:id="rId18"/>
      <p:boldItalic r:id="rId19"/>
    </p:embeddedFont>
    <p:embeddedFont>
      <p:font typeface="Instrument Sans Medium" panose="020B0604020202020204" charset="0"/>
      <p:regular r:id="rId20"/>
      <p:bold r:id="rId21"/>
      <p:italic r:id="rId22"/>
      <p:boldItalic r:id="rId23"/>
    </p:embeddedFont>
    <p:embeddedFont>
      <p:font typeface="Instrument Sans SemiBold" panose="020B0604020202020204" charset="0"/>
      <p:regular r:id="rId24"/>
      <p:bold r:id="rId25"/>
      <p:italic r:id="rId26"/>
      <p:boldItalic r:id="rId27"/>
    </p:embeddedFont>
    <p:embeddedFont>
      <p:font typeface="Outfit" panose="020B0604020202020204" charset="0"/>
      <p:regular r:id="rId28"/>
      <p:bold r:id="rId29"/>
    </p:embeddedFont>
    <p:embeddedFont>
      <p:font typeface="Outfit SemiBold" panose="020B0604020202020204" charset="0"/>
      <p:regular r:id="rId30"/>
      <p:bold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font" Target="fonts/font1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font" Target="fonts/font13.fntdata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font" Target="fonts/font1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font" Target="fonts/font15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c4c8ad4538_0_4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c4c8ad4538_0_4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c4c8ad4538_0_4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c4c8ad4538_0_4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g3c4c8ad4538_0_4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4" name="Google Shape;454;g3c4c8ad4538_0_4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c4c8ad4538_0_14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3c4c8ad4538_0_14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g3c4c8ad4538_0_14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6" name="Google Shape;466;g3c4c8ad4538_0_14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c4c8ad4538_0_14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c4c8ad4538_0_14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Google Shape;477;g3c4c8ad4538_0_1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8" name="Google Shape;478;g3c4c8ad4538_0_1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c4c8ad4538_0_15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4" name="Google Shape;484;g3c4c8ad4538_0_15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3c4c8ad4538_0_15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3c4c8ad4538_0_15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3c4c8ad4538_0_15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6" name="Google Shape;496;g3c4c8ad4538_0_15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c4c8ad4538_0_15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2" name="Google Shape;502;g3c4c8ad4538_0_15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g3c4c8ad4538_0_1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g3c4c8ad4538_0_1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3c4c8ad4538_0_14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3c4c8ad4538_0_14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">
  <p:cSld name="BLANK_3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flipH="1">
            <a:off x="575775" y="282900"/>
            <a:ext cx="6489000" cy="4574400"/>
          </a:xfrm>
          <a:prstGeom prst="round2DiagRect">
            <a:avLst>
              <a:gd name="adj1" fmla="val 607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0" name="Google Shape;10;p2"/>
          <p:cNvSpPr/>
          <p:nvPr/>
        </p:nvSpPr>
        <p:spPr>
          <a:xfrm rot="5400000">
            <a:off x="7817600" y="-468900"/>
            <a:ext cx="291000" cy="179460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>
            <a:spLocks noGrp="1"/>
          </p:cNvSpPr>
          <p:nvPr>
            <p:ph type="pic" idx="2"/>
          </p:nvPr>
        </p:nvSpPr>
        <p:spPr>
          <a:xfrm>
            <a:off x="7064850" y="575175"/>
            <a:ext cx="1794600" cy="4283100"/>
          </a:xfrm>
          <a:prstGeom prst="roundRect">
            <a:avLst>
              <a:gd name="adj" fmla="val 16555"/>
            </a:avLst>
          </a:prstGeom>
          <a:noFill/>
          <a:ln>
            <a:noFill/>
          </a:ln>
        </p:spPr>
      </p:sp>
      <p:sp>
        <p:nvSpPr>
          <p:cNvPr id="15" name="Google Shape;15;p2"/>
          <p:cNvSpPr txBox="1">
            <a:spLocks noGrp="1"/>
          </p:cNvSpPr>
          <p:nvPr>
            <p:ph type="subTitle" idx="3"/>
          </p:nvPr>
        </p:nvSpPr>
        <p:spPr>
          <a:xfrm>
            <a:off x="3178225" y="4285050"/>
            <a:ext cx="1573800" cy="333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Outfit"/>
              <a:buNone/>
              <a:defRPr sz="8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1">
  <p:cSld name="BLANK_1_1_1_1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>
            <a:spLocks noGrp="1"/>
          </p:cNvSpPr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subTitle" idx="1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ubTitle" idx="2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3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- Alt 2">
  <p:cSld name="BLANK_1_1_1_1_3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ubTitle" idx="1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ubTitle" idx="2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- Alt 2">
  <p:cSld name="BLANK_1_1_1_1_1_1_1_3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 flipH="1">
            <a:off x="575775" y="282900"/>
            <a:ext cx="8283600" cy="4574400"/>
          </a:xfrm>
          <a:prstGeom prst="round2DiagRect">
            <a:avLst>
              <a:gd name="adj1" fmla="val 6071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779100" y="282900"/>
            <a:ext cx="4234800" cy="4574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/>
          <p:nvPr/>
        </p:nvSpPr>
        <p:spPr>
          <a:xfrm>
            <a:off x="284775" y="282900"/>
            <a:ext cx="291000" cy="4574400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Alt 2">
  <p:cSld name="BLANK_1_1_1_1_1_1_1_1_1_1_3">
    <p:bg>
      <p:bgPr>
        <a:solidFill>
          <a:schemeClr val="lt2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subTitle" idx="1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subTitle" idx="2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ubTitle" idx="3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1">
  <p:cSld name="BLANK_1_1_1_1_1_1_1_1_1_1_1">
    <p:bg>
      <p:bgPr>
        <a:solidFill>
          <a:schemeClr val="lt2"/>
        </a:solidFill>
        <a:effectLst/>
      </p:bgPr>
    </p:bg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2787300" cy="11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ubTitle" idx="2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subTitle" idx="3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subTitle" idx="4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ubTitle" idx="5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subTitle" idx="6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ubTitle" idx="7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subTitle" idx="8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2pPr>
            <a:lvl3pPr lvl="2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3pPr>
            <a:lvl4pPr lvl="3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4pPr>
            <a:lvl5pPr lvl="4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5pPr>
            <a:lvl6pPr lvl="5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6pPr>
            <a:lvl7pPr lvl="6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7pPr>
            <a:lvl8pPr lvl="7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8pPr>
            <a:lvl9pPr lvl="8">
              <a:spcBef>
                <a:spcPts val="0"/>
              </a:spcBef>
              <a:spcAft>
                <a:spcPts val="0"/>
              </a:spcAft>
              <a:buSzPts val="1500"/>
              <a:buNone/>
              <a:defRPr sz="15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subTitle" idx="9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ubTitle" idx="13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subTitle" idx="14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subTitle" idx="15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subTitle" idx="16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ubTitle" idx="17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ubTitle" idx="18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ubTitle" idx="19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Outfit"/>
              <a:buNone/>
              <a:defRPr sz="15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 - Alt 5">
  <p:cSld name="BLANK_1_1_1_1_1_1_1_1_1_1_1_2_1_1">
    <p:bg>
      <p:bgPr>
        <a:solidFill>
          <a:schemeClr val="lt2"/>
        </a:solidFill>
        <a:effectLst/>
      </p:bgPr>
    </p:bg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>
            <a:spLocks noGrp="1"/>
          </p:cNvSpPr>
          <p:nvPr>
            <p:ph type="pic" idx="2"/>
          </p:nvPr>
        </p:nvSpPr>
        <p:spPr>
          <a:xfrm>
            <a:off x="284650" y="2623125"/>
            <a:ext cx="723300" cy="101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3" name="Google Shape;53;p8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6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54" name="Google Shape;54;p8"/>
          <p:cNvSpPr txBox="1">
            <a:spLocks noGrp="1"/>
          </p:cNvSpPr>
          <p:nvPr>
            <p:ph type="subTitle" idx="1"/>
          </p:nvPr>
        </p:nvSpPr>
        <p:spPr>
          <a:xfrm>
            <a:off x="1009725" y="4145850"/>
            <a:ext cx="2064000" cy="605100"/>
          </a:xfrm>
          <a:prstGeom prst="rect">
            <a:avLst/>
          </a:prstGeom>
        </p:spPr>
        <p:txBody>
          <a:bodyPr spcFirstLastPara="1" wrap="square" lIns="137150" tIns="0" rIns="182875" bIns="13715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>
            <a:spLocks noGrp="1"/>
          </p:cNvSpPr>
          <p:nvPr>
            <p:ph type="pic" idx="3"/>
          </p:nvPr>
        </p:nvSpPr>
        <p:spPr>
          <a:xfrm>
            <a:off x="284650" y="3739875"/>
            <a:ext cx="723300" cy="101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6" name="Google Shape;56;p8"/>
          <p:cNvSpPr>
            <a:spLocks noGrp="1"/>
          </p:cNvSpPr>
          <p:nvPr>
            <p:ph type="pic" idx="4"/>
          </p:nvPr>
        </p:nvSpPr>
        <p:spPr>
          <a:xfrm>
            <a:off x="3178288" y="2623125"/>
            <a:ext cx="723300" cy="101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7" name="Google Shape;57;p8"/>
          <p:cNvSpPr>
            <a:spLocks noGrp="1"/>
          </p:cNvSpPr>
          <p:nvPr>
            <p:ph type="pic" idx="5"/>
          </p:nvPr>
        </p:nvSpPr>
        <p:spPr>
          <a:xfrm>
            <a:off x="3178288" y="3739875"/>
            <a:ext cx="723300" cy="101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8" name="Google Shape;58;p8"/>
          <p:cNvSpPr>
            <a:spLocks noGrp="1"/>
          </p:cNvSpPr>
          <p:nvPr>
            <p:ph type="pic" idx="6"/>
          </p:nvPr>
        </p:nvSpPr>
        <p:spPr>
          <a:xfrm>
            <a:off x="6071925" y="2623125"/>
            <a:ext cx="723300" cy="101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59" name="Google Shape;59;p8"/>
          <p:cNvSpPr>
            <a:spLocks noGrp="1"/>
          </p:cNvSpPr>
          <p:nvPr>
            <p:ph type="pic" idx="7"/>
          </p:nvPr>
        </p:nvSpPr>
        <p:spPr>
          <a:xfrm>
            <a:off x="6071925" y="3739875"/>
            <a:ext cx="723300" cy="10116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60" name="Google Shape;60;p8"/>
          <p:cNvSpPr txBox="1">
            <a:spLocks noGrp="1"/>
          </p:cNvSpPr>
          <p:nvPr>
            <p:ph type="subTitle" idx="8"/>
          </p:nvPr>
        </p:nvSpPr>
        <p:spPr>
          <a:xfrm>
            <a:off x="3902538" y="4145850"/>
            <a:ext cx="2064000" cy="605100"/>
          </a:xfrm>
          <a:prstGeom prst="rect">
            <a:avLst/>
          </a:prstGeom>
        </p:spPr>
        <p:txBody>
          <a:bodyPr spcFirstLastPara="1" wrap="square" lIns="137150" tIns="0" rIns="182875" bIns="13715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8"/>
          <p:cNvSpPr txBox="1">
            <a:spLocks noGrp="1"/>
          </p:cNvSpPr>
          <p:nvPr>
            <p:ph type="subTitle" idx="9"/>
          </p:nvPr>
        </p:nvSpPr>
        <p:spPr>
          <a:xfrm>
            <a:off x="6795350" y="4145850"/>
            <a:ext cx="2064000" cy="605100"/>
          </a:xfrm>
          <a:prstGeom prst="rect">
            <a:avLst/>
          </a:prstGeom>
        </p:spPr>
        <p:txBody>
          <a:bodyPr spcFirstLastPara="1" wrap="square" lIns="137150" tIns="0" rIns="182875" bIns="13715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subTitle" idx="13"/>
          </p:nvPr>
        </p:nvSpPr>
        <p:spPr>
          <a:xfrm>
            <a:off x="1009725" y="3028725"/>
            <a:ext cx="2064000" cy="605100"/>
          </a:xfrm>
          <a:prstGeom prst="rect">
            <a:avLst/>
          </a:prstGeom>
        </p:spPr>
        <p:txBody>
          <a:bodyPr spcFirstLastPara="1" wrap="square" lIns="137150" tIns="0" rIns="182875" bIns="13715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subTitle" idx="14"/>
          </p:nvPr>
        </p:nvSpPr>
        <p:spPr>
          <a:xfrm>
            <a:off x="3902538" y="3028725"/>
            <a:ext cx="2064000" cy="605100"/>
          </a:xfrm>
          <a:prstGeom prst="rect">
            <a:avLst/>
          </a:prstGeom>
        </p:spPr>
        <p:txBody>
          <a:bodyPr spcFirstLastPara="1" wrap="square" lIns="137150" tIns="0" rIns="182875" bIns="13715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ubTitle" idx="15"/>
          </p:nvPr>
        </p:nvSpPr>
        <p:spPr>
          <a:xfrm>
            <a:off x="6795350" y="3028725"/>
            <a:ext cx="2064000" cy="605100"/>
          </a:xfrm>
          <a:prstGeom prst="rect">
            <a:avLst/>
          </a:prstGeom>
        </p:spPr>
        <p:txBody>
          <a:bodyPr spcFirstLastPara="1" wrap="square" lIns="137150" tIns="0" rIns="182875" bIns="137150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ards">
  <p:cSld name="CUSTOM_5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8582400" cy="11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1802675" y="2040250"/>
            <a:ext cx="1468500" cy="33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lt2"/>
                </a:solidFill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2"/>
          </p:nvPr>
        </p:nvSpPr>
        <p:spPr>
          <a:xfrm>
            <a:off x="3610975" y="2040250"/>
            <a:ext cx="1468500" cy="33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ubTitle" idx="3"/>
          </p:nvPr>
        </p:nvSpPr>
        <p:spPr>
          <a:xfrm>
            <a:off x="5419275" y="2040250"/>
            <a:ext cx="1468500" cy="33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subTitle" idx="4"/>
          </p:nvPr>
        </p:nvSpPr>
        <p:spPr>
          <a:xfrm>
            <a:off x="7227575" y="2040250"/>
            <a:ext cx="1468500" cy="33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4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subTitle" idx="5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subTitle" idx="6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 - Alt 4">
  <p:cSld name="BLANK_1_1_1_1_1_1_1_1_1_1_1_1_2_1_1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>
            <a:off x="2210800" y="1984500"/>
            <a:ext cx="1828800" cy="1828800"/>
          </a:xfrm>
          <a:prstGeom prst="ellipse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1739950" y="282900"/>
            <a:ext cx="4234200" cy="11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body" idx="1"/>
          </p:nvPr>
        </p:nvSpPr>
        <p:spPr>
          <a:xfrm>
            <a:off x="4624900" y="3199050"/>
            <a:ext cx="2787600" cy="143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marL="914400" lvl="1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2pPr>
            <a:lvl3pPr marL="1371600" lvl="2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3pPr>
            <a:lvl4pPr marL="1828800" lvl="3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●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○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Instrument Sans SemiBold"/>
              <a:buChar char="■"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9pPr>
          </a:lstStyle>
          <a:p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subTitle" idx="3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78" name="Google Shape;78;p10"/>
          <p:cNvSpPr txBox="1">
            <a:spLocks noGrp="1"/>
          </p:cNvSpPr>
          <p:nvPr>
            <p:ph type="subTitle" idx="4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subTitle" idx="5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body" idx="6"/>
          </p:nvPr>
        </p:nvSpPr>
        <p:spPr>
          <a:xfrm>
            <a:off x="5412150" y="1666450"/>
            <a:ext cx="3421500" cy="9696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marL="457200" lvl="0" indent="-3175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1pPr>
            <a:lvl2pPr marL="914400" lvl="1" indent="-3175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2pPr>
            <a:lvl3pPr marL="1371600" lvl="2" indent="-3175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3pPr>
            <a:lvl4pPr marL="1828800" lvl="3" indent="-3175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4pPr>
            <a:lvl5pPr marL="2286000" lvl="4" indent="-3175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5pPr>
            <a:lvl6pPr marL="2743200" lvl="5" indent="-3175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6pPr>
            <a:lvl7pPr marL="3200400" lvl="6" indent="-3175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●"/>
              <a:defRPr sz="1400">
                <a:latin typeface="Outfit"/>
                <a:ea typeface="Outfit"/>
                <a:cs typeface="Outfit"/>
                <a:sym typeface="Outfit"/>
              </a:defRPr>
            </a:lvl7pPr>
            <a:lvl8pPr marL="3657600" lvl="7" indent="-3175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○"/>
              <a:defRPr sz="1400">
                <a:latin typeface="Outfit"/>
                <a:ea typeface="Outfit"/>
                <a:cs typeface="Outfit"/>
                <a:sym typeface="Outfit"/>
              </a:defRPr>
            </a:lvl8pPr>
            <a:lvl9pPr marL="4114800" lvl="8" indent="-31750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400"/>
              <a:buFont typeface="Outfit"/>
              <a:buChar char="■"/>
              <a:defRPr sz="14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 - Alt 3">
  <p:cSld name="CUSTOM_10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1"/>
          <p:cNvSpPr txBox="1">
            <a:spLocks noGrp="1"/>
          </p:cNvSpPr>
          <p:nvPr>
            <p:ph type="subTitle" idx="1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body" idx="2"/>
          </p:nvPr>
        </p:nvSpPr>
        <p:spPr>
          <a:xfrm>
            <a:off x="4223075" y="3141232"/>
            <a:ext cx="2787600" cy="1223700"/>
          </a:xfrm>
          <a:prstGeom prst="rect">
            <a:avLst/>
          </a:prstGeom>
        </p:spPr>
        <p:txBody>
          <a:bodyPr spcFirstLastPara="1" wrap="square" lIns="164575" tIns="0" rIns="164575" bIns="18287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4223075" y="2623350"/>
            <a:ext cx="2443500" cy="409500"/>
          </a:xfrm>
          <a:prstGeom prst="rect">
            <a:avLst/>
          </a:prstGeom>
        </p:spPr>
        <p:txBody>
          <a:bodyPr spcFirstLastPara="1" wrap="square" lIns="164575" tIns="164575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5" name="Google Shape;85;p11"/>
          <p:cNvSpPr>
            <a:spLocks noGrp="1"/>
          </p:cNvSpPr>
          <p:nvPr>
            <p:ph type="pic" idx="3"/>
          </p:nvPr>
        </p:nvSpPr>
        <p:spPr>
          <a:xfrm>
            <a:off x="1901125" y="476725"/>
            <a:ext cx="383700" cy="3981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  <p:sp>
        <p:nvSpPr>
          <p:cNvPr id="86" name="Google Shape;86;p11"/>
          <p:cNvSpPr txBox="1">
            <a:spLocks noGrp="1"/>
          </p:cNvSpPr>
          <p:nvPr>
            <p:ph type="title" idx="4"/>
          </p:nvPr>
        </p:nvSpPr>
        <p:spPr>
          <a:xfrm>
            <a:off x="3072075" y="282900"/>
            <a:ext cx="5787300" cy="21123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400"/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title" idx="5"/>
          </p:nvPr>
        </p:nvSpPr>
        <p:spPr>
          <a:xfrm>
            <a:off x="1731400" y="3108325"/>
            <a:ext cx="2337000" cy="1526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title" idx="6"/>
          </p:nvPr>
        </p:nvSpPr>
        <p:spPr>
          <a:xfrm>
            <a:off x="7116525" y="2623350"/>
            <a:ext cx="1742400" cy="409500"/>
          </a:xfrm>
          <a:prstGeom prst="rect">
            <a:avLst/>
          </a:prstGeom>
        </p:spPr>
        <p:txBody>
          <a:bodyPr spcFirstLastPara="1" wrap="square" lIns="164575" tIns="164575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9" name="Google Shape;89;p11"/>
          <p:cNvSpPr txBox="1">
            <a:spLocks noGrp="1"/>
          </p:cNvSpPr>
          <p:nvPr>
            <p:ph type="body" idx="7"/>
          </p:nvPr>
        </p:nvSpPr>
        <p:spPr>
          <a:xfrm>
            <a:off x="7116525" y="3141225"/>
            <a:ext cx="1742400" cy="1223700"/>
          </a:xfrm>
          <a:prstGeom prst="rect">
            <a:avLst/>
          </a:prstGeom>
        </p:spPr>
        <p:txBody>
          <a:bodyPr spcFirstLastPara="1" wrap="square" lIns="164575" tIns="0" rIns="164575" bIns="18287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90" name="Google Shape;90;p11"/>
          <p:cNvSpPr txBox="1">
            <a:spLocks noGrp="1"/>
          </p:cNvSpPr>
          <p:nvPr>
            <p:ph type="subTitle" idx="8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91" name="Google Shape;91;p11"/>
          <p:cNvSpPr txBox="1">
            <a:spLocks noGrp="1"/>
          </p:cNvSpPr>
          <p:nvPr>
            <p:ph type="subTitle" idx="9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3">
  <p:cSld name="BLANK_1_1_1_1_1_1_1_1_1_1_1_1_1_1_3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2"/>
          <p:cNvSpPr txBox="1">
            <a:spLocks noGrp="1"/>
          </p:cNvSpPr>
          <p:nvPr>
            <p:ph type="title"/>
          </p:nvPr>
        </p:nvSpPr>
        <p:spPr>
          <a:xfrm>
            <a:off x="1731400" y="435300"/>
            <a:ext cx="3510600" cy="11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body" idx="1"/>
          </p:nvPr>
        </p:nvSpPr>
        <p:spPr>
          <a:xfrm>
            <a:off x="5348925" y="779548"/>
            <a:ext cx="3510600" cy="7833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title" idx="2"/>
          </p:nvPr>
        </p:nvSpPr>
        <p:spPr>
          <a:xfrm>
            <a:off x="5348925" y="286031"/>
            <a:ext cx="3378900" cy="430800"/>
          </a:xfrm>
          <a:prstGeom prst="rect">
            <a:avLst/>
          </a:prstGeom>
        </p:spPr>
        <p:txBody>
          <a:bodyPr spcFirstLastPara="1" wrap="square" lIns="182875" tIns="182875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body" idx="3"/>
          </p:nvPr>
        </p:nvSpPr>
        <p:spPr>
          <a:xfrm>
            <a:off x="5348925" y="2225851"/>
            <a:ext cx="3510600" cy="7833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97" name="Google Shape;97;p12"/>
          <p:cNvSpPr txBox="1">
            <a:spLocks noGrp="1"/>
          </p:cNvSpPr>
          <p:nvPr>
            <p:ph type="title" idx="4"/>
          </p:nvPr>
        </p:nvSpPr>
        <p:spPr>
          <a:xfrm>
            <a:off x="5348925" y="1767224"/>
            <a:ext cx="3378900" cy="395700"/>
          </a:xfrm>
          <a:prstGeom prst="rect">
            <a:avLst/>
          </a:prstGeom>
        </p:spPr>
        <p:txBody>
          <a:bodyPr spcFirstLastPara="1" wrap="square" lIns="182875" tIns="182875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98" name="Google Shape;98;p12"/>
          <p:cNvSpPr txBox="1">
            <a:spLocks noGrp="1"/>
          </p:cNvSpPr>
          <p:nvPr>
            <p:ph type="body" idx="5"/>
          </p:nvPr>
        </p:nvSpPr>
        <p:spPr>
          <a:xfrm>
            <a:off x="5348925" y="3672155"/>
            <a:ext cx="3510600" cy="7833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99" name="Google Shape;99;p12"/>
          <p:cNvSpPr txBox="1">
            <a:spLocks noGrp="1"/>
          </p:cNvSpPr>
          <p:nvPr>
            <p:ph type="title" idx="6"/>
          </p:nvPr>
        </p:nvSpPr>
        <p:spPr>
          <a:xfrm>
            <a:off x="5348925" y="3251722"/>
            <a:ext cx="3378900" cy="357600"/>
          </a:xfrm>
          <a:prstGeom prst="rect">
            <a:avLst/>
          </a:prstGeom>
        </p:spPr>
        <p:txBody>
          <a:bodyPr spcFirstLastPara="1" wrap="square" lIns="182875" tIns="182875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9pPr>
          </a:lstStyle>
          <a:p>
            <a:endParaRPr/>
          </a:p>
        </p:txBody>
      </p:sp>
      <p:sp>
        <p:nvSpPr>
          <p:cNvPr id="100" name="Google Shape;100;p12"/>
          <p:cNvSpPr txBox="1">
            <a:spLocks noGrp="1"/>
          </p:cNvSpPr>
          <p:nvPr>
            <p:ph type="subTitle" idx="7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1" name="Google Shape;101;p12"/>
          <p:cNvSpPr txBox="1">
            <a:spLocks noGrp="1"/>
          </p:cNvSpPr>
          <p:nvPr>
            <p:ph type="subTitle" idx="8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02" name="Google Shape;102;p12"/>
          <p:cNvSpPr txBox="1">
            <a:spLocks noGrp="1"/>
          </p:cNvSpPr>
          <p:nvPr>
            <p:ph type="subTitle" idx="9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4">
  <p:cSld name="BLANK_1_1_1_1_1_1_1_1_1_1_1_1_1_1_4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3"/>
          <p:cNvSpPr txBox="1">
            <a:spLocks noGrp="1"/>
          </p:cNvSpPr>
          <p:nvPr>
            <p:ph type="body" idx="1"/>
          </p:nvPr>
        </p:nvSpPr>
        <p:spPr>
          <a:xfrm>
            <a:off x="6554750" y="2509703"/>
            <a:ext cx="2304900" cy="2125200"/>
          </a:xfrm>
          <a:prstGeom prst="rect">
            <a:avLst/>
          </a:prstGeom>
        </p:spPr>
        <p:txBody>
          <a:bodyPr spcFirstLastPara="1" wrap="square" lIns="182875" tIns="0" rIns="182875" bIns="27430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body" idx="2"/>
          </p:nvPr>
        </p:nvSpPr>
        <p:spPr>
          <a:xfrm>
            <a:off x="1731400" y="2509703"/>
            <a:ext cx="2304900" cy="2125200"/>
          </a:xfrm>
          <a:prstGeom prst="rect">
            <a:avLst/>
          </a:prstGeom>
        </p:spPr>
        <p:txBody>
          <a:bodyPr spcFirstLastPara="1" wrap="square" lIns="182875" tIns="0" rIns="182875" bIns="27430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06" name="Google Shape;106;p13"/>
          <p:cNvSpPr txBox="1">
            <a:spLocks noGrp="1"/>
          </p:cNvSpPr>
          <p:nvPr>
            <p:ph type="body" idx="3"/>
          </p:nvPr>
        </p:nvSpPr>
        <p:spPr>
          <a:xfrm>
            <a:off x="4143075" y="2509703"/>
            <a:ext cx="2304900" cy="2125200"/>
          </a:xfrm>
          <a:prstGeom prst="rect">
            <a:avLst/>
          </a:prstGeom>
        </p:spPr>
        <p:txBody>
          <a:bodyPr spcFirstLastPara="1" wrap="square" lIns="182875" tIns="0" rIns="182875" bIns="27430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07" name="Google Shape;107;p13"/>
          <p:cNvSpPr txBox="1">
            <a:spLocks noGrp="1"/>
          </p:cNvSpPr>
          <p:nvPr>
            <p:ph type="title"/>
          </p:nvPr>
        </p:nvSpPr>
        <p:spPr>
          <a:xfrm>
            <a:off x="1731400" y="806900"/>
            <a:ext cx="2064000" cy="267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4"/>
          </p:nvPr>
        </p:nvSpPr>
        <p:spPr>
          <a:xfrm>
            <a:off x="1731400" y="400075"/>
            <a:ext cx="1340700" cy="153900"/>
          </a:xfrm>
          <a:prstGeom prst="rect">
            <a:avLst/>
          </a:prstGeom>
        </p:spPr>
        <p:txBody>
          <a:bodyPr spcFirstLastPara="1" wrap="square" lIns="18287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title" idx="5"/>
          </p:nvPr>
        </p:nvSpPr>
        <p:spPr>
          <a:xfrm>
            <a:off x="4143075" y="806900"/>
            <a:ext cx="2064000" cy="267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6"/>
          </p:nvPr>
        </p:nvSpPr>
        <p:spPr>
          <a:xfrm>
            <a:off x="4143075" y="400075"/>
            <a:ext cx="1340700" cy="153900"/>
          </a:xfrm>
          <a:prstGeom prst="rect">
            <a:avLst/>
          </a:prstGeom>
        </p:spPr>
        <p:txBody>
          <a:bodyPr spcFirstLastPara="1" wrap="square" lIns="18287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title" idx="7"/>
          </p:nvPr>
        </p:nvSpPr>
        <p:spPr>
          <a:xfrm>
            <a:off x="6554750" y="806900"/>
            <a:ext cx="2064000" cy="267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8"/>
          </p:nvPr>
        </p:nvSpPr>
        <p:spPr>
          <a:xfrm>
            <a:off x="6554750" y="400075"/>
            <a:ext cx="1340700" cy="153900"/>
          </a:xfrm>
          <a:prstGeom prst="rect">
            <a:avLst/>
          </a:prstGeom>
        </p:spPr>
        <p:txBody>
          <a:bodyPr spcFirstLastPara="1" wrap="square" lIns="18287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13" name="Google Shape;113;p13"/>
          <p:cNvSpPr txBox="1">
            <a:spLocks noGrp="1"/>
          </p:cNvSpPr>
          <p:nvPr>
            <p:ph type="subTitle" idx="9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4" name="Google Shape;114;p13"/>
          <p:cNvSpPr txBox="1">
            <a:spLocks noGrp="1"/>
          </p:cNvSpPr>
          <p:nvPr>
            <p:ph type="subTitle" idx="13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15" name="Google Shape;115;p13"/>
          <p:cNvSpPr txBox="1">
            <a:spLocks noGrp="1"/>
          </p:cNvSpPr>
          <p:nvPr>
            <p:ph type="subTitle" idx="14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5">
  <p:cSld name="BLANK_1_1_1_1_1_1_1_1_1_1_1_1_1_1_4_1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4"/>
          <p:cNvSpPr txBox="1">
            <a:spLocks noGrp="1"/>
          </p:cNvSpPr>
          <p:nvPr>
            <p:ph type="subTitle" idx="1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8" name="Google Shape;118;p14"/>
          <p:cNvSpPr txBox="1">
            <a:spLocks noGrp="1"/>
          </p:cNvSpPr>
          <p:nvPr>
            <p:ph type="body" idx="2"/>
          </p:nvPr>
        </p:nvSpPr>
        <p:spPr>
          <a:xfrm>
            <a:off x="1731400" y="3634076"/>
            <a:ext cx="2304900" cy="1000800"/>
          </a:xfrm>
          <a:prstGeom prst="rect">
            <a:avLst/>
          </a:prstGeom>
        </p:spPr>
        <p:txBody>
          <a:bodyPr spcFirstLastPara="1" wrap="square" lIns="182875" tIns="0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19" name="Google Shape;119;p14"/>
          <p:cNvSpPr txBox="1">
            <a:spLocks noGrp="1"/>
          </p:cNvSpPr>
          <p:nvPr>
            <p:ph type="body" idx="3"/>
          </p:nvPr>
        </p:nvSpPr>
        <p:spPr>
          <a:xfrm>
            <a:off x="4143963" y="3634076"/>
            <a:ext cx="2304900" cy="1000800"/>
          </a:xfrm>
          <a:prstGeom prst="rect">
            <a:avLst/>
          </a:prstGeom>
        </p:spPr>
        <p:txBody>
          <a:bodyPr spcFirstLastPara="1" wrap="square" lIns="182875" tIns="0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body" idx="4"/>
          </p:nvPr>
        </p:nvSpPr>
        <p:spPr>
          <a:xfrm>
            <a:off x="6556525" y="3634076"/>
            <a:ext cx="2304900" cy="1000800"/>
          </a:xfrm>
          <a:prstGeom prst="rect">
            <a:avLst/>
          </a:prstGeom>
        </p:spPr>
        <p:txBody>
          <a:bodyPr spcFirstLastPara="1" wrap="square" lIns="182875" tIns="0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21" name="Google Shape;121;p14"/>
          <p:cNvSpPr>
            <a:spLocks noGrp="1"/>
          </p:cNvSpPr>
          <p:nvPr>
            <p:ph type="pic" idx="5"/>
          </p:nvPr>
        </p:nvSpPr>
        <p:spPr>
          <a:xfrm>
            <a:off x="1733625" y="1872750"/>
            <a:ext cx="2304000" cy="748500"/>
          </a:xfrm>
          <a:prstGeom prst="roundRect">
            <a:avLst>
              <a:gd name="adj" fmla="val 15661"/>
            </a:avLst>
          </a:prstGeom>
          <a:noFill/>
          <a:ln>
            <a:noFill/>
          </a:ln>
        </p:spPr>
      </p:sp>
      <p:sp>
        <p:nvSpPr>
          <p:cNvPr id="122" name="Google Shape;122;p14"/>
          <p:cNvSpPr>
            <a:spLocks noGrp="1"/>
          </p:cNvSpPr>
          <p:nvPr>
            <p:ph type="pic" idx="6"/>
          </p:nvPr>
        </p:nvSpPr>
        <p:spPr>
          <a:xfrm>
            <a:off x="4144025" y="1872750"/>
            <a:ext cx="2304000" cy="1075500"/>
          </a:xfrm>
          <a:prstGeom prst="roundRect">
            <a:avLst>
              <a:gd name="adj" fmla="val 13968"/>
            </a:avLst>
          </a:prstGeom>
          <a:noFill/>
          <a:ln>
            <a:noFill/>
          </a:ln>
        </p:spPr>
      </p:sp>
      <p:sp>
        <p:nvSpPr>
          <p:cNvPr id="123" name="Google Shape;123;p14"/>
          <p:cNvSpPr>
            <a:spLocks noGrp="1"/>
          </p:cNvSpPr>
          <p:nvPr>
            <p:ph type="pic" idx="7"/>
          </p:nvPr>
        </p:nvSpPr>
        <p:spPr>
          <a:xfrm>
            <a:off x="6556525" y="1872750"/>
            <a:ext cx="2304000" cy="1286700"/>
          </a:xfrm>
          <a:prstGeom prst="roundRect">
            <a:avLst>
              <a:gd name="adj" fmla="val 12543"/>
            </a:avLst>
          </a:prstGeom>
          <a:noFill/>
          <a:ln>
            <a:noFill/>
          </a:ln>
        </p:spPr>
      </p:sp>
      <p:sp>
        <p:nvSpPr>
          <p:cNvPr id="124" name="Google Shape;124;p14"/>
          <p:cNvSpPr txBox="1">
            <a:spLocks noGrp="1"/>
          </p:cNvSpPr>
          <p:nvPr>
            <p:ph type="title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25" name="Google Shape;125;p14"/>
          <p:cNvSpPr txBox="1">
            <a:spLocks noGrp="1"/>
          </p:cNvSpPr>
          <p:nvPr>
            <p:ph type="title" idx="8"/>
          </p:nvPr>
        </p:nvSpPr>
        <p:spPr>
          <a:xfrm>
            <a:off x="1731400" y="2623350"/>
            <a:ext cx="1873200" cy="5274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126" name="Google Shape;126;p14"/>
          <p:cNvSpPr txBox="1">
            <a:spLocks noGrp="1"/>
          </p:cNvSpPr>
          <p:nvPr>
            <p:ph type="title" idx="9"/>
          </p:nvPr>
        </p:nvSpPr>
        <p:spPr>
          <a:xfrm>
            <a:off x="4143963" y="2984550"/>
            <a:ext cx="1873200" cy="5274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127" name="Google Shape;127;p14"/>
          <p:cNvSpPr txBox="1">
            <a:spLocks noGrp="1"/>
          </p:cNvSpPr>
          <p:nvPr>
            <p:ph type="title" idx="13"/>
          </p:nvPr>
        </p:nvSpPr>
        <p:spPr>
          <a:xfrm>
            <a:off x="6556525" y="3219175"/>
            <a:ext cx="1873200" cy="5274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/>
            </a:lvl9pPr>
          </a:lstStyle>
          <a:p>
            <a:endParaRPr/>
          </a:p>
        </p:txBody>
      </p:sp>
      <p:sp>
        <p:nvSpPr>
          <p:cNvPr id="128" name="Google Shape;128;p14"/>
          <p:cNvSpPr txBox="1">
            <a:spLocks noGrp="1"/>
          </p:cNvSpPr>
          <p:nvPr>
            <p:ph type="subTitle" idx="14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29" name="Google Shape;129;p14"/>
          <p:cNvSpPr txBox="1">
            <a:spLocks noGrp="1"/>
          </p:cNvSpPr>
          <p:nvPr>
            <p:ph type="subTitle" idx="15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6">
  <p:cSld name="CUSTOM_1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5"/>
          <p:cNvSpPr txBox="1">
            <a:spLocks noGrp="1"/>
          </p:cNvSpPr>
          <p:nvPr>
            <p:ph type="body" idx="1"/>
          </p:nvPr>
        </p:nvSpPr>
        <p:spPr>
          <a:xfrm>
            <a:off x="1733138" y="3655570"/>
            <a:ext cx="2304900" cy="979500"/>
          </a:xfrm>
          <a:prstGeom prst="rect">
            <a:avLst/>
          </a:prstGeom>
        </p:spPr>
        <p:txBody>
          <a:bodyPr spcFirstLastPara="1" wrap="square" lIns="182875" tIns="0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32" name="Google Shape;132;p15"/>
          <p:cNvSpPr txBox="1">
            <a:spLocks noGrp="1"/>
          </p:cNvSpPr>
          <p:nvPr>
            <p:ph type="body" idx="2"/>
          </p:nvPr>
        </p:nvSpPr>
        <p:spPr>
          <a:xfrm>
            <a:off x="4143088" y="3655570"/>
            <a:ext cx="2304900" cy="979500"/>
          </a:xfrm>
          <a:prstGeom prst="rect">
            <a:avLst/>
          </a:prstGeom>
        </p:spPr>
        <p:txBody>
          <a:bodyPr spcFirstLastPara="1" wrap="square" lIns="182875" tIns="0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33" name="Google Shape;133;p15"/>
          <p:cNvSpPr txBox="1">
            <a:spLocks noGrp="1"/>
          </p:cNvSpPr>
          <p:nvPr>
            <p:ph type="body" idx="3"/>
          </p:nvPr>
        </p:nvSpPr>
        <p:spPr>
          <a:xfrm>
            <a:off x="6553038" y="3655570"/>
            <a:ext cx="2304900" cy="979500"/>
          </a:xfrm>
          <a:prstGeom prst="rect">
            <a:avLst/>
          </a:prstGeom>
        </p:spPr>
        <p:txBody>
          <a:bodyPr spcFirstLastPara="1" wrap="square" lIns="182875" tIns="0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34" name="Google Shape;134;p15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128000" cy="11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35" name="Google Shape;135;p15"/>
          <p:cNvSpPr>
            <a:spLocks noGrp="1"/>
          </p:cNvSpPr>
          <p:nvPr>
            <p:ph type="pic" idx="4"/>
          </p:nvPr>
        </p:nvSpPr>
        <p:spPr>
          <a:xfrm>
            <a:off x="4144025" y="1872750"/>
            <a:ext cx="2304000" cy="1111800"/>
          </a:xfrm>
          <a:prstGeom prst="roundRect">
            <a:avLst>
              <a:gd name="adj" fmla="val 13968"/>
            </a:avLst>
          </a:prstGeom>
          <a:noFill/>
          <a:ln>
            <a:noFill/>
          </a:ln>
        </p:spPr>
      </p:sp>
      <p:sp>
        <p:nvSpPr>
          <p:cNvPr id="136" name="Google Shape;136;p15"/>
          <p:cNvSpPr>
            <a:spLocks noGrp="1"/>
          </p:cNvSpPr>
          <p:nvPr>
            <p:ph type="pic" idx="5"/>
          </p:nvPr>
        </p:nvSpPr>
        <p:spPr>
          <a:xfrm>
            <a:off x="1733200" y="1872750"/>
            <a:ext cx="2304000" cy="1111800"/>
          </a:xfrm>
          <a:prstGeom prst="roundRect">
            <a:avLst>
              <a:gd name="adj" fmla="val 13968"/>
            </a:avLst>
          </a:prstGeom>
          <a:noFill/>
          <a:ln>
            <a:noFill/>
          </a:ln>
        </p:spPr>
      </p:sp>
      <p:sp>
        <p:nvSpPr>
          <p:cNvPr id="137" name="Google Shape;137;p15"/>
          <p:cNvSpPr txBox="1">
            <a:spLocks noGrp="1"/>
          </p:cNvSpPr>
          <p:nvPr>
            <p:ph type="title" idx="6"/>
          </p:nvPr>
        </p:nvSpPr>
        <p:spPr>
          <a:xfrm>
            <a:off x="1733150" y="2984550"/>
            <a:ext cx="2305800" cy="3675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138" name="Google Shape;138;p15"/>
          <p:cNvSpPr>
            <a:spLocks noGrp="1"/>
          </p:cNvSpPr>
          <p:nvPr>
            <p:ph type="pic" idx="7"/>
          </p:nvPr>
        </p:nvSpPr>
        <p:spPr>
          <a:xfrm>
            <a:off x="6556600" y="1872750"/>
            <a:ext cx="2304000" cy="1111800"/>
          </a:xfrm>
          <a:prstGeom prst="roundRect">
            <a:avLst>
              <a:gd name="adj" fmla="val 13968"/>
            </a:avLst>
          </a:prstGeom>
          <a:noFill/>
          <a:ln>
            <a:noFill/>
          </a:ln>
        </p:spPr>
      </p:sp>
      <p:sp>
        <p:nvSpPr>
          <p:cNvPr id="139" name="Google Shape;139;p15"/>
          <p:cNvSpPr txBox="1">
            <a:spLocks noGrp="1"/>
          </p:cNvSpPr>
          <p:nvPr>
            <p:ph type="title" idx="8"/>
          </p:nvPr>
        </p:nvSpPr>
        <p:spPr>
          <a:xfrm>
            <a:off x="1733150" y="3312769"/>
            <a:ext cx="2305800" cy="3675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0" name="Google Shape;140;p15"/>
          <p:cNvSpPr txBox="1">
            <a:spLocks noGrp="1"/>
          </p:cNvSpPr>
          <p:nvPr>
            <p:ph type="title" idx="9"/>
          </p:nvPr>
        </p:nvSpPr>
        <p:spPr>
          <a:xfrm>
            <a:off x="4143100" y="2984550"/>
            <a:ext cx="2305800" cy="3675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141" name="Google Shape;141;p15"/>
          <p:cNvSpPr txBox="1">
            <a:spLocks noGrp="1"/>
          </p:cNvSpPr>
          <p:nvPr>
            <p:ph type="title" idx="13"/>
          </p:nvPr>
        </p:nvSpPr>
        <p:spPr>
          <a:xfrm>
            <a:off x="4143100" y="3312769"/>
            <a:ext cx="2305800" cy="3675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2" name="Google Shape;142;p15"/>
          <p:cNvSpPr txBox="1">
            <a:spLocks noGrp="1"/>
          </p:cNvSpPr>
          <p:nvPr>
            <p:ph type="title" idx="14"/>
          </p:nvPr>
        </p:nvSpPr>
        <p:spPr>
          <a:xfrm>
            <a:off x="6553050" y="2984550"/>
            <a:ext cx="2305800" cy="3675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143" name="Google Shape;143;p15"/>
          <p:cNvSpPr txBox="1">
            <a:spLocks noGrp="1"/>
          </p:cNvSpPr>
          <p:nvPr>
            <p:ph type="title" idx="15"/>
          </p:nvPr>
        </p:nvSpPr>
        <p:spPr>
          <a:xfrm>
            <a:off x="6553050" y="3312769"/>
            <a:ext cx="2305800" cy="3675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44" name="Google Shape;144;p15"/>
          <p:cNvSpPr txBox="1">
            <a:spLocks noGrp="1"/>
          </p:cNvSpPr>
          <p:nvPr>
            <p:ph type="subTitle" idx="16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45" name="Google Shape;145;p15"/>
          <p:cNvSpPr txBox="1">
            <a:spLocks noGrp="1"/>
          </p:cNvSpPr>
          <p:nvPr>
            <p:ph type="subTitle" idx="17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 - Alt 8">
  <p:cSld name="BLANK_1_1_1_1_1_1_1_1_1_1_1_1_1_1_4_3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>
            <a:spLocks noGrp="1"/>
          </p:cNvSpPr>
          <p:nvPr>
            <p:ph type="body" idx="1"/>
          </p:nvPr>
        </p:nvSpPr>
        <p:spPr>
          <a:xfrm>
            <a:off x="1731400" y="2542773"/>
            <a:ext cx="2304900" cy="2092200"/>
          </a:xfrm>
          <a:prstGeom prst="rect">
            <a:avLst/>
          </a:prstGeom>
        </p:spPr>
        <p:txBody>
          <a:bodyPr spcFirstLastPara="1" wrap="square" lIns="182875" tIns="0" rIns="182875" bIns="27430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48" name="Google Shape;148;p16"/>
          <p:cNvSpPr txBox="1">
            <a:spLocks noGrp="1"/>
          </p:cNvSpPr>
          <p:nvPr>
            <p:ph type="body" idx="2"/>
          </p:nvPr>
        </p:nvSpPr>
        <p:spPr>
          <a:xfrm>
            <a:off x="4143075" y="2542773"/>
            <a:ext cx="2304900" cy="2092200"/>
          </a:xfrm>
          <a:prstGeom prst="rect">
            <a:avLst/>
          </a:prstGeom>
        </p:spPr>
        <p:txBody>
          <a:bodyPr spcFirstLastPara="1" wrap="square" lIns="182875" tIns="0" rIns="182875" bIns="27430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49" name="Google Shape;149;p16"/>
          <p:cNvSpPr txBox="1">
            <a:spLocks noGrp="1"/>
          </p:cNvSpPr>
          <p:nvPr>
            <p:ph type="body" idx="3"/>
          </p:nvPr>
        </p:nvSpPr>
        <p:spPr>
          <a:xfrm>
            <a:off x="6554750" y="2542773"/>
            <a:ext cx="2304900" cy="2092200"/>
          </a:xfrm>
          <a:prstGeom prst="rect">
            <a:avLst/>
          </a:prstGeom>
        </p:spPr>
        <p:txBody>
          <a:bodyPr spcFirstLastPara="1" wrap="square" lIns="182875" tIns="0" rIns="182875" bIns="27430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50" name="Google Shape;150;p16"/>
          <p:cNvSpPr txBox="1">
            <a:spLocks noGrp="1"/>
          </p:cNvSpPr>
          <p:nvPr>
            <p:ph type="subTitle" idx="4"/>
          </p:nvPr>
        </p:nvSpPr>
        <p:spPr>
          <a:xfrm>
            <a:off x="1731400" y="1463500"/>
            <a:ext cx="1340700" cy="153900"/>
          </a:xfrm>
          <a:prstGeom prst="rect">
            <a:avLst/>
          </a:prstGeom>
        </p:spPr>
        <p:txBody>
          <a:bodyPr spcFirstLastPara="1" wrap="square" lIns="18287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51" name="Google Shape;151;p16"/>
          <p:cNvSpPr txBox="1">
            <a:spLocks noGrp="1"/>
          </p:cNvSpPr>
          <p:nvPr>
            <p:ph type="subTitle" idx="5"/>
          </p:nvPr>
        </p:nvSpPr>
        <p:spPr>
          <a:xfrm>
            <a:off x="4143075" y="1463500"/>
            <a:ext cx="1340700" cy="153900"/>
          </a:xfrm>
          <a:prstGeom prst="rect">
            <a:avLst/>
          </a:prstGeom>
        </p:spPr>
        <p:txBody>
          <a:bodyPr spcFirstLastPara="1" wrap="square" lIns="18287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52" name="Google Shape;152;p16"/>
          <p:cNvSpPr txBox="1">
            <a:spLocks noGrp="1"/>
          </p:cNvSpPr>
          <p:nvPr>
            <p:ph type="subTitle" idx="6"/>
          </p:nvPr>
        </p:nvSpPr>
        <p:spPr>
          <a:xfrm>
            <a:off x="6554750" y="1463500"/>
            <a:ext cx="1340700" cy="153900"/>
          </a:xfrm>
          <a:prstGeom prst="rect">
            <a:avLst/>
          </a:prstGeom>
        </p:spPr>
        <p:txBody>
          <a:bodyPr spcFirstLastPara="1" wrap="square" lIns="182875" tIns="0" rIns="9142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 b="1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1731400" y="1881175"/>
            <a:ext cx="2304900" cy="267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54" name="Google Shape;154;p16"/>
          <p:cNvSpPr txBox="1">
            <a:spLocks noGrp="1"/>
          </p:cNvSpPr>
          <p:nvPr>
            <p:ph type="title" idx="7"/>
          </p:nvPr>
        </p:nvSpPr>
        <p:spPr>
          <a:xfrm>
            <a:off x="4143075" y="1881175"/>
            <a:ext cx="2304900" cy="267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55" name="Google Shape;155;p16"/>
          <p:cNvSpPr txBox="1">
            <a:spLocks noGrp="1"/>
          </p:cNvSpPr>
          <p:nvPr>
            <p:ph type="title" idx="8"/>
          </p:nvPr>
        </p:nvSpPr>
        <p:spPr>
          <a:xfrm>
            <a:off x="6554750" y="1881175"/>
            <a:ext cx="2304900" cy="267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title" idx="9"/>
          </p:nvPr>
        </p:nvSpPr>
        <p:spPr>
          <a:xfrm>
            <a:off x="284775" y="282900"/>
            <a:ext cx="8574900" cy="10701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800"/>
            </a:lvl9pPr>
          </a:lstStyle>
          <a:p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subTitle" idx="13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58" name="Google Shape;158;p16"/>
          <p:cNvSpPr txBox="1">
            <a:spLocks noGrp="1"/>
          </p:cNvSpPr>
          <p:nvPr>
            <p:ph type="subTitle" idx="14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2">
  <p:cSld name="BLANK_1_1_1_1_1_1_1_1_1_1_1_1_1_1_1_2_1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3512100" cy="11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61" name="Google Shape;161;p17"/>
          <p:cNvSpPr txBox="1">
            <a:spLocks noGrp="1"/>
          </p:cNvSpPr>
          <p:nvPr>
            <p:ph type="body" idx="1"/>
          </p:nvPr>
        </p:nvSpPr>
        <p:spPr>
          <a:xfrm>
            <a:off x="6795150" y="509451"/>
            <a:ext cx="1944300" cy="8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62" name="Google Shape;162;p17"/>
          <p:cNvSpPr txBox="1">
            <a:spLocks noGrp="1"/>
          </p:cNvSpPr>
          <p:nvPr>
            <p:ph type="title" idx="2"/>
          </p:nvPr>
        </p:nvSpPr>
        <p:spPr>
          <a:xfrm>
            <a:off x="5494245" y="509451"/>
            <a:ext cx="1149900" cy="70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63" name="Google Shape;163;p17"/>
          <p:cNvSpPr txBox="1">
            <a:spLocks noGrp="1"/>
          </p:cNvSpPr>
          <p:nvPr>
            <p:ph type="body" idx="3"/>
          </p:nvPr>
        </p:nvSpPr>
        <p:spPr>
          <a:xfrm>
            <a:off x="6795150" y="1596758"/>
            <a:ext cx="1944300" cy="8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64" name="Google Shape;164;p17"/>
          <p:cNvSpPr txBox="1">
            <a:spLocks noGrp="1"/>
          </p:cNvSpPr>
          <p:nvPr>
            <p:ph type="title" idx="4"/>
          </p:nvPr>
        </p:nvSpPr>
        <p:spPr>
          <a:xfrm>
            <a:off x="5494245" y="1596758"/>
            <a:ext cx="1149900" cy="70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body" idx="5"/>
          </p:nvPr>
        </p:nvSpPr>
        <p:spPr>
          <a:xfrm>
            <a:off x="6795150" y="2684065"/>
            <a:ext cx="1944300" cy="8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title" idx="6"/>
          </p:nvPr>
        </p:nvSpPr>
        <p:spPr>
          <a:xfrm>
            <a:off x="5494245" y="2684065"/>
            <a:ext cx="1149900" cy="70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67" name="Google Shape;167;p17"/>
          <p:cNvSpPr txBox="1">
            <a:spLocks noGrp="1"/>
          </p:cNvSpPr>
          <p:nvPr>
            <p:ph type="body" idx="7"/>
          </p:nvPr>
        </p:nvSpPr>
        <p:spPr>
          <a:xfrm>
            <a:off x="6795150" y="3771372"/>
            <a:ext cx="1944300" cy="835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68" name="Google Shape;168;p17"/>
          <p:cNvSpPr txBox="1">
            <a:spLocks noGrp="1"/>
          </p:cNvSpPr>
          <p:nvPr>
            <p:ph type="title" idx="8"/>
          </p:nvPr>
        </p:nvSpPr>
        <p:spPr>
          <a:xfrm>
            <a:off x="5494245" y="3771372"/>
            <a:ext cx="1149900" cy="706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69" name="Google Shape;169;p17"/>
          <p:cNvSpPr txBox="1">
            <a:spLocks noGrp="1"/>
          </p:cNvSpPr>
          <p:nvPr>
            <p:ph type="subTitle" idx="9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70" name="Google Shape;170;p17"/>
          <p:cNvSpPr txBox="1">
            <a:spLocks noGrp="1"/>
          </p:cNvSpPr>
          <p:nvPr>
            <p:ph type="subTitle" idx="13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71" name="Google Shape;171;p17"/>
          <p:cNvSpPr txBox="1">
            <a:spLocks noGrp="1"/>
          </p:cNvSpPr>
          <p:nvPr>
            <p:ph type="title" idx="14"/>
          </p:nvPr>
        </p:nvSpPr>
        <p:spPr>
          <a:xfrm>
            <a:off x="4731400" y="509451"/>
            <a:ext cx="481500" cy="3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solidFill>
                  <a:schemeClr val="lt2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172" name="Google Shape;172;p17"/>
          <p:cNvSpPr txBox="1">
            <a:spLocks noGrp="1"/>
          </p:cNvSpPr>
          <p:nvPr>
            <p:ph type="title" idx="15"/>
          </p:nvPr>
        </p:nvSpPr>
        <p:spPr>
          <a:xfrm>
            <a:off x="4731400" y="1596758"/>
            <a:ext cx="481500" cy="3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173" name="Google Shape;173;p17"/>
          <p:cNvSpPr txBox="1">
            <a:spLocks noGrp="1"/>
          </p:cNvSpPr>
          <p:nvPr>
            <p:ph type="title" idx="16"/>
          </p:nvPr>
        </p:nvSpPr>
        <p:spPr>
          <a:xfrm>
            <a:off x="4731400" y="2684065"/>
            <a:ext cx="481500" cy="3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  <p:sp>
        <p:nvSpPr>
          <p:cNvPr id="174" name="Google Shape;174;p17"/>
          <p:cNvSpPr txBox="1">
            <a:spLocks noGrp="1"/>
          </p:cNvSpPr>
          <p:nvPr>
            <p:ph type="title" idx="17"/>
          </p:nvPr>
        </p:nvSpPr>
        <p:spPr>
          <a:xfrm>
            <a:off x="4731400" y="3771372"/>
            <a:ext cx="481500" cy="3048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4">
  <p:cSld name="CUSTOM_2_1_1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>
            <a:spLocks noGrp="1"/>
          </p:cNvSpPr>
          <p:nvPr>
            <p:ph type="body" idx="1"/>
          </p:nvPr>
        </p:nvSpPr>
        <p:spPr>
          <a:xfrm>
            <a:off x="6071873" y="767058"/>
            <a:ext cx="2787300" cy="16083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77" name="Google Shape;177;p18"/>
          <p:cNvSpPr txBox="1">
            <a:spLocks noGrp="1"/>
          </p:cNvSpPr>
          <p:nvPr>
            <p:ph type="body" idx="2"/>
          </p:nvPr>
        </p:nvSpPr>
        <p:spPr>
          <a:xfrm>
            <a:off x="3178225" y="767058"/>
            <a:ext cx="2787300" cy="16083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78" name="Google Shape;178;p18"/>
          <p:cNvSpPr txBox="1">
            <a:spLocks noGrp="1"/>
          </p:cNvSpPr>
          <p:nvPr>
            <p:ph type="body" idx="3"/>
          </p:nvPr>
        </p:nvSpPr>
        <p:spPr>
          <a:xfrm>
            <a:off x="6071873" y="2993932"/>
            <a:ext cx="2787300" cy="16083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79" name="Google Shape;179;p18"/>
          <p:cNvSpPr txBox="1">
            <a:spLocks noGrp="1"/>
          </p:cNvSpPr>
          <p:nvPr>
            <p:ph type="body" idx="4"/>
          </p:nvPr>
        </p:nvSpPr>
        <p:spPr>
          <a:xfrm>
            <a:off x="3178225" y="2993932"/>
            <a:ext cx="2787300" cy="16083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80" name="Google Shape;180;p18"/>
          <p:cNvSpPr txBox="1">
            <a:spLocks noGrp="1"/>
          </p:cNvSpPr>
          <p:nvPr>
            <p:ph type="title"/>
          </p:nvPr>
        </p:nvSpPr>
        <p:spPr>
          <a:xfrm>
            <a:off x="3178383" y="282825"/>
            <a:ext cx="1553400" cy="475800"/>
          </a:xfrm>
          <a:prstGeom prst="rect">
            <a:avLst/>
          </a:prstGeom>
        </p:spPr>
        <p:txBody>
          <a:bodyPr spcFirstLastPara="1" wrap="square" lIns="182875" tIns="182875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81" name="Google Shape;181;p18"/>
          <p:cNvSpPr txBox="1">
            <a:spLocks noGrp="1"/>
          </p:cNvSpPr>
          <p:nvPr>
            <p:ph type="title" idx="5"/>
          </p:nvPr>
        </p:nvSpPr>
        <p:spPr>
          <a:xfrm>
            <a:off x="6072048" y="282825"/>
            <a:ext cx="1553400" cy="475800"/>
          </a:xfrm>
          <a:prstGeom prst="rect">
            <a:avLst/>
          </a:prstGeom>
        </p:spPr>
        <p:txBody>
          <a:bodyPr spcFirstLastPara="1" wrap="square" lIns="182875" tIns="182875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82" name="Google Shape;182;p18"/>
          <p:cNvSpPr txBox="1">
            <a:spLocks noGrp="1"/>
          </p:cNvSpPr>
          <p:nvPr>
            <p:ph type="title" idx="6"/>
          </p:nvPr>
        </p:nvSpPr>
        <p:spPr>
          <a:xfrm>
            <a:off x="3178383" y="2509698"/>
            <a:ext cx="1553400" cy="475800"/>
          </a:xfrm>
          <a:prstGeom prst="rect">
            <a:avLst/>
          </a:prstGeom>
        </p:spPr>
        <p:txBody>
          <a:bodyPr spcFirstLastPara="1" wrap="square" lIns="182875" tIns="182875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83" name="Google Shape;183;p18"/>
          <p:cNvSpPr txBox="1">
            <a:spLocks noGrp="1"/>
          </p:cNvSpPr>
          <p:nvPr>
            <p:ph type="title" idx="7"/>
          </p:nvPr>
        </p:nvSpPr>
        <p:spPr>
          <a:xfrm>
            <a:off x="6072048" y="2509698"/>
            <a:ext cx="1553400" cy="475800"/>
          </a:xfrm>
          <a:prstGeom prst="rect">
            <a:avLst/>
          </a:prstGeom>
        </p:spPr>
        <p:txBody>
          <a:bodyPr spcFirstLastPara="1" wrap="square" lIns="182875" tIns="182875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>
            <a:endParaRPr/>
          </a:p>
        </p:txBody>
      </p:sp>
      <p:sp>
        <p:nvSpPr>
          <p:cNvPr id="184" name="Google Shape;184;p18"/>
          <p:cNvSpPr txBox="1">
            <a:spLocks noGrp="1"/>
          </p:cNvSpPr>
          <p:nvPr>
            <p:ph type="title" idx="8"/>
          </p:nvPr>
        </p:nvSpPr>
        <p:spPr>
          <a:xfrm>
            <a:off x="284775" y="282900"/>
            <a:ext cx="2787600" cy="11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85" name="Google Shape;185;p18"/>
          <p:cNvSpPr txBox="1">
            <a:spLocks noGrp="1"/>
          </p:cNvSpPr>
          <p:nvPr>
            <p:ph type="body" idx="9"/>
          </p:nvPr>
        </p:nvSpPr>
        <p:spPr>
          <a:xfrm>
            <a:off x="284775" y="3598975"/>
            <a:ext cx="2064000" cy="10362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b="1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b="1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 b="1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 b="1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 b="1"/>
            </a:lvl9pPr>
          </a:lstStyle>
          <a:p>
            <a:endParaRPr/>
          </a:p>
        </p:txBody>
      </p:sp>
      <p:sp>
        <p:nvSpPr>
          <p:cNvPr id="186" name="Google Shape;186;p18"/>
          <p:cNvSpPr txBox="1">
            <a:spLocks noGrp="1"/>
          </p:cNvSpPr>
          <p:nvPr>
            <p:ph type="subTitle" idx="13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187" name="Google Shape;187;p18"/>
          <p:cNvSpPr txBox="1">
            <a:spLocks noGrp="1"/>
          </p:cNvSpPr>
          <p:nvPr>
            <p:ph type="subTitle" idx="14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5">
  <p:cSld name="CUSTOM_6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9"/>
          <p:cNvSpPr txBox="1">
            <a:spLocks noGrp="1"/>
          </p:cNvSpPr>
          <p:nvPr>
            <p:ph type="title"/>
          </p:nvPr>
        </p:nvSpPr>
        <p:spPr>
          <a:xfrm>
            <a:off x="7054825" y="1868626"/>
            <a:ext cx="1808700" cy="337800"/>
          </a:xfrm>
          <a:prstGeom prst="rect">
            <a:avLst/>
          </a:prstGeom>
        </p:spPr>
        <p:txBody>
          <a:bodyPr spcFirstLastPara="1" wrap="square" lIns="182875" tIns="91425" rIns="9142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90" name="Google Shape;190;p19"/>
          <p:cNvSpPr txBox="1">
            <a:spLocks noGrp="1"/>
          </p:cNvSpPr>
          <p:nvPr>
            <p:ph type="title" idx="2"/>
          </p:nvPr>
        </p:nvSpPr>
        <p:spPr>
          <a:xfrm>
            <a:off x="5249650" y="1868626"/>
            <a:ext cx="1808700" cy="337800"/>
          </a:xfrm>
          <a:prstGeom prst="rect">
            <a:avLst/>
          </a:prstGeom>
        </p:spPr>
        <p:txBody>
          <a:bodyPr spcFirstLastPara="1" wrap="square" lIns="182875" tIns="91425" rIns="9142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91" name="Google Shape;191;p19"/>
          <p:cNvSpPr txBox="1">
            <a:spLocks noGrp="1"/>
          </p:cNvSpPr>
          <p:nvPr>
            <p:ph type="title" idx="3"/>
          </p:nvPr>
        </p:nvSpPr>
        <p:spPr>
          <a:xfrm>
            <a:off x="3444475" y="1868626"/>
            <a:ext cx="1808700" cy="337800"/>
          </a:xfrm>
          <a:prstGeom prst="rect">
            <a:avLst/>
          </a:prstGeom>
        </p:spPr>
        <p:txBody>
          <a:bodyPr spcFirstLastPara="1" wrap="square" lIns="182875" tIns="91425" rIns="9142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92" name="Google Shape;192;p19"/>
          <p:cNvSpPr txBox="1">
            <a:spLocks noGrp="1"/>
          </p:cNvSpPr>
          <p:nvPr>
            <p:ph type="title" idx="4"/>
          </p:nvPr>
        </p:nvSpPr>
        <p:spPr>
          <a:xfrm>
            <a:off x="1624900" y="1868626"/>
            <a:ext cx="1808700" cy="337800"/>
          </a:xfrm>
          <a:prstGeom prst="rect">
            <a:avLst/>
          </a:prstGeom>
        </p:spPr>
        <p:txBody>
          <a:bodyPr spcFirstLastPara="1" wrap="square" lIns="182875" tIns="91425" rIns="9142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93" name="Google Shape;193;p19"/>
          <p:cNvSpPr txBox="1">
            <a:spLocks noGrp="1"/>
          </p:cNvSpPr>
          <p:nvPr>
            <p:ph type="body" idx="1"/>
          </p:nvPr>
        </p:nvSpPr>
        <p:spPr>
          <a:xfrm>
            <a:off x="5249650" y="2206475"/>
            <a:ext cx="1808700" cy="2428500"/>
          </a:xfrm>
          <a:prstGeom prst="rect">
            <a:avLst/>
          </a:prstGeom>
        </p:spPr>
        <p:txBody>
          <a:bodyPr spcFirstLastPara="1" wrap="square" lIns="155425" tIns="91425" rIns="13715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94" name="Google Shape;194;p19"/>
          <p:cNvSpPr txBox="1">
            <a:spLocks noGrp="1"/>
          </p:cNvSpPr>
          <p:nvPr>
            <p:ph type="body" idx="5"/>
          </p:nvPr>
        </p:nvSpPr>
        <p:spPr>
          <a:xfrm>
            <a:off x="3444475" y="2206475"/>
            <a:ext cx="1808700" cy="2428500"/>
          </a:xfrm>
          <a:prstGeom prst="rect">
            <a:avLst/>
          </a:prstGeom>
        </p:spPr>
        <p:txBody>
          <a:bodyPr spcFirstLastPara="1" wrap="square" lIns="155425" tIns="91425" rIns="13715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195" name="Google Shape;195;p19"/>
          <p:cNvSpPr txBox="1">
            <a:spLocks noGrp="1"/>
          </p:cNvSpPr>
          <p:nvPr>
            <p:ph type="title" idx="6"/>
          </p:nvPr>
        </p:nvSpPr>
        <p:spPr>
          <a:xfrm>
            <a:off x="1731400" y="282900"/>
            <a:ext cx="7128000" cy="11169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196" name="Google Shape;196;p19"/>
          <p:cNvSpPr txBox="1">
            <a:spLocks noGrp="1"/>
          </p:cNvSpPr>
          <p:nvPr>
            <p:ph type="title" idx="7"/>
          </p:nvPr>
        </p:nvSpPr>
        <p:spPr>
          <a:xfrm>
            <a:off x="284800" y="2206500"/>
            <a:ext cx="1340100" cy="409500"/>
          </a:xfrm>
          <a:prstGeom prst="rect">
            <a:avLst/>
          </a:prstGeom>
        </p:spPr>
        <p:txBody>
          <a:bodyPr spcFirstLastPara="1" wrap="square" lIns="182875" tIns="91425" rIns="9142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97" name="Google Shape;197;p19"/>
          <p:cNvSpPr txBox="1">
            <a:spLocks noGrp="1"/>
          </p:cNvSpPr>
          <p:nvPr>
            <p:ph type="title" idx="8"/>
          </p:nvPr>
        </p:nvSpPr>
        <p:spPr>
          <a:xfrm>
            <a:off x="284800" y="2939825"/>
            <a:ext cx="1340100" cy="409500"/>
          </a:xfrm>
          <a:prstGeom prst="rect">
            <a:avLst/>
          </a:prstGeom>
        </p:spPr>
        <p:txBody>
          <a:bodyPr spcFirstLastPara="1" wrap="square" lIns="182875" tIns="91425" rIns="9142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198" name="Google Shape;198;p19"/>
          <p:cNvSpPr txBox="1">
            <a:spLocks noGrp="1"/>
          </p:cNvSpPr>
          <p:nvPr>
            <p:ph type="subTitle" idx="9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99" name="Google Shape;199;p19"/>
          <p:cNvSpPr txBox="1">
            <a:spLocks noGrp="1"/>
          </p:cNvSpPr>
          <p:nvPr>
            <p:ph type="title" idx="13"/>
          </p:nvPr>
        </p:nvSpPr>
        <p:spPr>
          <a:xfrm>
            <a:off x="284800" y="3825550"/>
            <a:ext cx="1340100" cy="409500"/>
          </a:xfrm>
          <a:prstGeom prst="rect">
            <a:avLst/>
          </a:prstGeom>
        </p:spPr>
        <p:txBody>
          <a:bodyPr spcFirstLastPara="1" wrap="square" lIns="182875" tIns="91425" rIns="91425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00" name="Google Shape;200;p19"/>
          <p:cNvSpPr txBox="1">
            <a:spLocks noGrp="1"/>
          </p:cNvSpPr>
          <p:nvPr>
            <p:ph type="subTitle" idx="14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201" name="Google Shape;201;p19"/>
          <p:cNvSpPr txBox="1">
            <a:spLocks noGrp="1"/>
          </p:cNvSpPr>
          <p:nvPr>
            <p:ph type="body" idx="15"/>
          </p:nvPr>
        </p:nvSpPr>
        <p:spPr>
          <a:xfrm>
            <a:off x="1624900" y="2206475"/>
            <a:ext cx="1808700" cy="2428500"/>
          </a:xfrm>
          <a:prstGeom prst="rect">
            <a:avLst/>
          </a:prstGeom>
        </p:spPr>
        <p:txBody>
          <a:bodyPr spcFirstLastPara="1" wrap="square" lIns="155425" tIns="91425" rIns="13715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2" name="Google Shape;202;p19"/>
          <p:cNvSpPr txBox="1">
            <a:spLocks noGrp="1"/>
          </p:cNvSpPr>
          <p:nvPr>
            <p:ph type="body" idx="16"/>
          </p:nvPr>
        </p:nvSpPr>
        <p:spPr>
          <a:xfrm>
            <a:off x="7054825" y="2206475"/>
            <a:ext cx="1808700" cy="2428500"/>
          </a:xfrm>
          <a:prstGeom prst="rect">
            <a:avLst/>
          </a:prstGeom>
        </p:spPr>
        <p:txBody>
          <a:bodyPr spcFirstLastPara="1" wrap="square" lIns="155425" tIns="91425" rIns="137150" bIns="91425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03" name="Google Shape;203;p19"/>
          <p:cNvSpPr txBox="1">
            <a:spLocks noGrp="1"/>
          </p:cNvSpPr>
          <p:nvPr>
            <p:ph type="subTitle" idx="17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 - Alt 6">
  <p:cSld name="CUSTOM_9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body" idx="1"/>
          </p:nvPr>
        </p:nvSpPr>
        <p:spPr>
          <a:xfrm>
            <a:off x="6795150" y="3532980"/>
            <a:ext cx="2064000" cy="1101900"/>
          </a:xfrm>
          <a:prstGeom prst="rect">
            <a:avLst/>
          </a:prstGeom>
        </p:spPr>
        <p:txBody>
          <a:bodyPr spcFirstLastPara="1" wrap="square" lIns="182875" tIns="91425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●"/>
              <a:defRPr sz="1000">
                <a:solidFill>
                  <a:schemeClr val="lt2"/>
                </a:solidFill>
              </a:defRPr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○"/>
              <a:defRPr sz="1000">
                <a:solidFill>
                  <a:schemeClr val="lt2"/>
                </a:solidFill>
              </a:defRPr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Char char="■"/>
              <a:defRPr sz="1000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6" name="Google Shape;206;p20"/>
          <p:cNvSpPr txBox="1">
            <a:spLocks noGrp="1"/>
          </p:cNvSpPr>
          <p:nvPr>
            <p:ph type="title"/>
          </p:nvPr>
        </p:nvSpPr>
        <p:spPr>
          <a:xfrm>
            <a:off x="6795150" y="2623350"/>
            <a:ext cx="2064000" cy="4647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20"/>
          <p:cNvSpPr txBox="1">
            <a:spLocks noGrp="1"/>
          </p:cNvSpPr>
          <p:nvPr>
            <p:ph type="body" idx="2"/>
          </p:nvPr>
        </p:nvSpPr>
        <p:spPr>
          <a:xfrm>
            <a:off x="3901625" y="3532980"/>
            <a:ext cx="2064000" cy="1101900"/>
          </a:xfrm>
          <a:prstGeom prst="rect">
            <a:avLst/>
          </a:prstGeom>
        </p:spPr>
        <p:txBody>
          <a:bodyPr spcFirstLastPara="1" wrap="square" lIns="182875" tIns="91425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08" name="Google Shape;208;p20"/>
          <p:cNvSpPr txBox="1">
            <a:spLocks noGrp="1"/>
          </p:cNvSpPr>
          <p:nvPr>
            <p:ph type="body" idx="3"/>
          </p:nvPr>
        </p:nvSpPr>
        <p:spPr>
          <a:xfrm>
            <a:off x="1731400" y="3532980"/>
            <a:ext cx="2064000" cy="1101900"/>
          </a:xfrm>
          <a:prstGeom prst="rect">
            <a:avLst/>
          </a:prstGeom>
        </p:spPr>
        <p:txBody>
          <a:bodyPr spcFirstLastPara="1" wrap="square" lIns="182875" tIns="91425" rIns="182875" bIns="182875" anchor="b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09" name="Google Shape;209;p20"/>
          <p:cNvSpPr txBox="1">
            <a:spLocks noGrp="1"/>
          </p:cNvSpPr>
          <p:nvPr>
            <p:ph type="title" idx="4"/>
          </p:nvPr>
        </p:nvSpPr>
        <p:spPr>
          <a:xfrm>
            <a:off x="3901625" y="2623350"/>
            <a:ext cx="2064000" cy="4647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9pPr>
          </a:lstStyle>
          <a:p>
            <a:endParaRPr/>
          </a:p>
        </p:txBody>
      </p:sp>
      <p:sp>
        <p:nvSpPr>
          <p:cNvPr id="210" name="Google Shape;210;p20"/>
          <p:cNvSpPr txBox="1">
            <a:spLocks noGrp="1"/>
          </p:cNvSpPr>
          <p:nvPr>
            <p:ph type="title" idx="5"/>
          </p:nvPr>
        </p:nvSpPr>
        <p:spPr>
          <a:xfrm>
            <a:off x="1731400" y="2623350"/>
            <a:ext cx="2064000" cy="4647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9pPr>
          </a:lstStyle>
          <a:p>
            <a:endParaRPr/>
          </a:p>
        </p:txBody>
      </p:sp>
      <p:sp>
        <p:nvSpPr>
          <p:cNvPr id="211" name="Google Shape;211;p20"/>
          <p:cNvSpPr/>
          <p:nvPr/>
        </p:nvSpPr>
        <p:spPr>
          <a:xfrm flipH="1">
            <a:off x="4625100" y="282925"/>
            <a:ext cx="3510900" cy="2234100"/>
          </a:xfrm>
          <a:prstGeom prst="round2DiagRect">
            <a:avLst>
              <a:gd name="adj1" fmla="val 13968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12" name="Google Shape;212;p20"/>
          <p:cNvSpPr txBox="1">
            <a:spLocks noGrp="1"/>
          </p:cNvSpPr>
          <p:nvPr>
            <p:ph type="subTitle" idx="6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13" name="Google Shape;213;p20"/>
          <p:cNvSpPr>
            <a:spLocks noGrp="1"/>
          </p:cNvSpPr>
          <p:nvPr>
            <p:ph type="pic" idx="7"/>
          </p:nvPr>
        </p:nvSpPr>
        <p:spPr>
          <a:xfrm>
            <a:off x="2561025" y="389125"/>
            <a:ext cx="1957500" cy="2025300"/>
          </a:xfrm>
          <a:prstGeom prst="roundRect">
            <a:avLst>
              <a:gd name="adj" fmla="val 7835"/>
            </a:avLst>
          </a:prstGeom>
          <a:noFill/>
          <a:ln>
            <a:noFill/>
          </a:ln>
        </p:spPr>
      </p:sp>
      <p:sp>
        <p:nvSpPr>
          <p:cNvPr id="214" name="Google Shape;214;p20"/>
          <p:cNvSpPr txBox="1">
            <a:spLocks noGrp="1"/>
          </p:cNvSpPr>
          <p:nvPr>
            <p:ph type="subTitle" idx="8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215" name="Google Shape;215;p20"/>
          <p:cNvSpPr txBox="1">
            <a:spLocks noGrp="1"/>
          </p:cNvSpPr>
          <p:nvPr>
            <p:ph type="subTitle" idx="9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big ideas">
  <p:cSld name="CUSTOM_7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1"/>
          <p:cNvSpPr txBox="1">
            <a:spLocks noGrp="1"/>
          </p:cNvSpPr>
          <p:nvPr>
            <p:ph type="body" idx="1"/>
          </p:nvPr>
        </p:nvSpPr>
        <p:spPr>
          <a:xfrm>
            <a:off x="284775" y="1727100"/>
            <a:ext cx="2787300" cy="1677900"/>
          </a:xfrm>
          <a:prstGeom prst="rect">
            <a:avLst/>
          </a:prstGeom>
        </p:spPr>
        <p:txBody>
          <a:bodyPr spcFirstLastPara="1" wrap="square" lIns="164575" tIns="0" rIns="182875" bIns="18287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18" name="Google Shape;218;p21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3512100" cy="9963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19" name="Google Shape;219;p21"/>
          <p:cNvSpPr txBox="1">
            <a:spLocks noGrp="1"/>
          </p:cNvSpPr>
          <p:nvPr>
            <p:ph type="title" idx="2"/>
          </p:nvPr>
        </p:nvSpPr>
        <p:spPr>
          <a:xfrm>
            <a:off x="3178325" y="1279200"/>
            <a:ext cx="2787300" cy="4095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0" name="Google Shape;220;p21"/>
          <p:cNvSpPr txBox="1">
            <a:spLocks noGrp="1"/>
          </p:cNvSpPr>
          <p:nvPr>
            <p:ph type="title" idx="3"/>
          </p:nvPr>
        </p:nvSpPr>
        <p:spPr>
          <a:xfrm>
            <a:off x="3178325" y="3007800"/>
            <a:ext cx="2787300" cy="4095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9pPr>
          </a:lstStyle>
          <a:p>
            <a:endParaRPr/>
          </a:p>
        </p:txBody>
      </p:sp>
      <p:sp>
        <p:nvSpPr>
          <p:cNvPr id="221" name="Google Shape;221;p21"/>
          <p:cNvSpPr txBox="1">
            <a:spLocks noGrp="1"/>
          </p:cNvSpPr>
          <p:nvPr>
            <p:ph type="title" idx="4"/>
          </p:nvPr>
        </p:nvSpPr>
        <p:spPr>
          <a:xfrm>
            <a:off x="6071875" y="1279200"/>
            <a:ext cx="2787300" cy="4095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2" name="Google Shape;222;p21"/>
          <p:cNvSpPr txBox="1">
            <a:spLocks noGrp="1"/>
          </p:cNvSpPr>
          <p:nvPr>
            <p:ph type="title" idx="5"/>
          </p:nvPr>
        </p:nvSpPr>
        <p:spPr>
          <a:xfrm>
            <a:off x="6071875" y="3007800"/>
            <a:ext cx="2787300" cy="4095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23" name="Google Shape;223;p21"/>
          <p:cNvSpPr txBox="1">
            <a:spLocks noGrp="1"/>
          </p:cNvSpPr>
          <p:nvPr>
            <p:ph type="title" idx="6"/>
          </p:nvPr>
        </p:nvSpPr>
        <p:spPr>
          <a:xfrm>
            <a:off x="284775" y="3511650"/>
            <a:ext cx="2787300" cy="4095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/>
            </a:lvl9pPr>
          </a:lstStyle>
          <a:p>
            <a:endParaRPr/>
          </a:p>
        </p:txBody>
      </p:sp>
      <p:sp>
        <p:nvSpPr>
          <p:cNvPr id="224" name="Google Shape;224;p21"/>
          <p:cNvSpPr txBox="1">
            <a:spLocks noGrp="1"/>
          </p:cNvSpPr>
          <p:nvPr>
            <p:ph type="subTitle" idx="7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225" name="Google Shape;225;p21"/>
          <p:cNvSpPr txBox="1">
            <a:spLocks noGrp="1"/>
          </p:cNvSpPr>
          <p:nvPr>
            <p:ph type="subTitle" idx="8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ix big ideas - Alt 1">
  <p:cSld name="CUSTOM_8"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2"/>
          <p:cNvSpPr txBox="1">
            <a:spLocks noGrp="1"/>
          </p:cNvSpPr>
          <p:nvPr>
            <p:ph type="body" idx="1"/>
          </p:nvPr>
        </p:nvSpPr>
        <p:spPr>
          <a:xfrm>
            <a:off x="1731400" y="1357250"/>
            <a:ext cx="2064000" cy="1677900"/>
          </a:xfrm>
          <a:prstGeom prst="rect">
            <a:avLst/>
          </a:prstGeom>
        </p:spPr>
        <p:txBody>
          <a:bodyPr spcFirstLastPara="1" wrap="square" lIns="164575" tIns="0" rIns="182875" bIns="182875" anchor="b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228" name="Google Shape;228;p22"/>
          <p:cNvSpPr txBox="1">
            <a:spLocks noGrp="1"/>
          </p:cNvSpPr>
          <p:nvPr>
            <p:ph type="subTitle" idx="2"/>
          </p:nvPr>
        </p:nvSpPr>
        <p:spPr>
          <a:xfrm>
            <a:off x="284798" y="282900"/>
            <a:ext cx="1207200" cy="36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229" name="Google Shape;229;p22"/>
          <p:cNvSpPr txBox="1">
            <a:spLocks noGrp="1"/>
          </p:cNvSpPr>
          <p:nvPr>
            <p:ph type="title"/>
          </p:nvPr>
        </p:nvSpPr>
        <p:spPr>
          <a:xfrm>
            <a:off x="3901625" y="389475"/>
            <a:ext cx="2787300" cy="4095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0" name="Google Shape;230;p22"/>
          <p:cNvSpPr txBox="1">
            <a:spLocks noGrp="1"/>
          </p:cNvSpPr>
          <p:nvPr>
            <p:ph type="title" idx="3"/>
          </p:nvPr>
        </p:nvSpPr>
        <p:spPr>
          <a:xfrm>
            <a:off x="3901625" y="2625650"/>
            <a:ext cx="3510600" cy="4095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1" name="Google Shape;231;p22"/>
          <p:cNvSpPr txBox="1">
            <a:spLocks noGrp="1"/>
          </p:cNvSpPr>
          <p:nvPr>
            <p:ph type="title" idx="4"/>
          </p:nvPr>
        </p:nvSpPr>
        <p:spPr>
          <a:xfrm>
            <a:off x="1731400" y="3144025"/>
            <a:ext cx="2064000" cy="4095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2" name="Google Shape;232;p22"/>
          <p:cNvSpPr txBox="1">
            <a:spLocks noGrp="1"/>
          </p:cNvSpPr>
          <p:nvPr>
            <p:ph type="title" idx="5"/>
          </p:nvPr>
        </p:nvSpPr>
        <p:spPr>
          <a:xfrm>
            <a:off x="6795150" y="389475"/>
            <a:ext cx="2064000" cy="4095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3" name="Google Shape;233;p22"/>
          <p:cNvSpPr txBox="1">
            <a:spLocks noGrp="1"/>
          </p:cNvSpPr>
          <p:nvPr>
            <p:ph type="title" idx="6"/>
          </p:nvPr>
        </p:nvSpPr>
        <p:spPr>
          <a:xfrm>
            <a:off x="7518450" y="2625650"/>
            <a:ext cx="1340700" cy="4095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lt2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34" name="Google Shape;234;p22"/>
          <p:cNvSpPr txBox="1">
            <a:spLocks noGrp="1"/>
          </p:cNvSpPr>
          <p:nvPr>
            <p:ph type="subTitle" idx="7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235" name="Google Shape;235;p22"/>
          <p:cNvSpPr txBox="1">
            <a:spLocks noGrp="1"/>
          </p:cNvSpPr>
          <p:nvPr>
            <p:ph type="subTitle" idx="8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 - Alt 2">
  <p:cSld name="BLANK_1_1_1_1_1_1_1_1_1_1_1_1_1_1_1_1_1_3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3"/>
          <p:cNvSpPr txBox="1">
            <a:spLocks noGrp="1"/>
          </p:cNvSpPr>
          <p:nvPr>
            <p:ph type="body" idx="1"/>
          </p:nvPr>
        </p:nvSpPr>
        <p:spPr>
          <a:xfrm>
            <a:off x="1883800" y="2695375"/>
            <a:ext cx="1564500" cy="12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38" name="Google Shape;238;p23"/>
          <p:cNvSpPr txBox="1">
            <a:spLocks noGrp="1"/>
          </p:cNvSpPr>
          <p:nvPr>
            <p:ph type="body" idx="2"/>
          </p:nvPr>
        </p:nvSpPr>
        <p:spPr>
          <a:xfrm>
            <a:off x="3571625" y="2695375"/>
            <a:ext cx="1564500" cy="1273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39" name="Google Shape;239;p23"/>
          <p:cNvSpPr txBox="1">
            <a:spLocks noGrp="1"/>
          </p:cNvSpPr>
          <p:nvPr>
            <p:ph type="body" idx="3"/>
          </p:nvPr>
        </p:nvSpPr>
        <p:spPr>
          <a:xfrm>
            <a:off x="5500650" y="2695375"/>
            <a:ext cx="1564500" cy="127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40" name="Google Shape;240;p23"/>
          <p:cNvSpPr txBox="1">
            <a:spLocks noGrp="1"/>
          </p:cNvSpPr>
          <p:nvPr>
            <p:ph type="body" idx="4"/>
          </p:nvPr>
        </p:nvSpPr>
        <p:spPr>
          <a:xfrm>
            <a:off x="7188475" y="2695375"/>
            <a:ext cx="1564500" cy="1273500"/>
          </a:xfrm>
          <a:prstGeom prst="rect">
            <a:avLst/>
          </a:prstGeom>
        </p:spPr>
        <p:txBody>
          <a:bodyPr spcFirstLastPara="1" wrap="square" lIns="0" tIns="0" rIns="91425" bIns="0" anchor="t" anchorCtr="0">
            <a:noAutofit/>
          </a:bodyPr>
          <a:lstStyle>
            <a:lvl1pPr marL="457200" lvl="0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marL="914400" lvl="1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2pPr>
            <a:lvl3pPr marL="1371600" lvl="2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3pPr>
            <a:lvl4pPr marL="1828800" lvl="3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4pPr>
            <a:lvl5pPr marL="2286000" lvl="4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5pPr>
            <a:lvl6pPr marL="2743200" lvl="5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6pPr>
            <a:lvl7pPr marL="3200400" lvl="6" indent="-285750"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7pPr>
            <a:lvl8pPr marL="3657600" lvl="7" indent="-285750">
              <a:spcBef>
                <a:spcPts val="0"/>
              </a:spcBef>
              <a:spcAft>
                <a:spcPts val="0"/>
              </a:spcAft>
              <a:buSzPts val="900"/>
              <a:buChar char="○"/>
              <a:defRPr sz="900"/>
            </a:lvl8pPr>
            <a:lvl9pPr marL="4114800" lvl="8" indent="-285750">
              <a:spcBef>
                <a:spcPts val="0"/>
              </a:spcBef>
              <a:spcAft>
                <a:spcPts val="0"/>
              </a:spcAft>
              <a:buSzPts val="900"/>
              <a:buChar char="■"/>
              <a:defRPr sz="900"/>
            </a:lvl9pPr>
          </a:lstStyle>
          <a:p>
            <a:endParaRPr/>
          </a:p>
        </p:txBody>
      </p:sp>
      <p:sp>
        <p:nvSpPr>
          <p:cNvPr id="241" name="Google Shape;241;p23"/>
          <p:cNvSpPr txBox="1">
            <a:spLocks noGrp="1"/>
          </p:cNvSpPr>
          <p:nvPr>
            <p:ph type="subTitle" idx="5"/>
          </p:nvPr>
        </p:nvSpPr>
        <p:spPr>
          <a:xfrm>
            <a:off x="1883800" y="2406325"/>
            <a:ext cx="3207300" cy="16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2" name="Google Shape;242;p23"/>
          <p:cNvSpPr>
            <a:spLocks noGrp="1"/>
          </p:cNvSpPr>
          <p:nvPr>
            <p:ph type="pic" idx="6"/>
          </p:nvPr>
        </p:nvSpPr>
        <p:spPr>
          <a:xfrm>
            <a:off x="1731400" y="967275"/>
            <a:ext cx="2064000" cy="1273500"/>
          </a:xfrm>
          <a:prstGeom prst="round2DiagRect">
            <a:avLst>
              <a:gd name="adj1" fmla="val 0"/>
              <a:gd name="adj2" fmla="val 16572"/>
            </a:avLst>
          </a:prstGeom>
          <a:noFill/>
          <a:ln>
            <a:noFill/>
          </a:ln>
        </p:spPr>
      </p:sp>
      <p:sp>
        <p:nvSpPr>
          <p:cNvPr id="243" name="Google Shape;243;p23"/>
          <p:cNvSpPr>
            <a:spLocks noGrp="1"/>
          </p:cNvSpPr>
          <p:nvPr>
            <p:ph type="pic" idx="7"/>
          </p:nvPr>
        </p:nvSpPr>
        <p:spPr>
          <a:xfrm>
            <a:off x="5348325" y="967275"/>
            <a:ext cx="2064000" cy="1273500"/>
          </a:xfrm>
          <a:prstGeom prst="round2DiagRect">
            <a:avLst>
              <a:gd name="adj1" fmla="val 0"/>
              <a:gd name="adj2" fmla="val 16572"/>
            </a:avLst>
          </a:prstGeom>
          <a:noFill/>
          <a:ln>
            <a:noFill/>
          </a:ln>
        </p:spPr>
      </p:sp>
      <p:sp>
        <p:nvSpPr>
          <p:cNvPr id="244" name="Google Shape;244;p23"/>
          <p:cNvSpPr txBox="1">
            <a:spLocks noGrp="1"/>
          </p:cNvSpPr>
          <p:nvPr>
            <p:ph type="subTitle" idx="8"/>
          </p:nvPr>
        </p:nvSpPr>
        <p:spPr>
          <a:xfrm>
            <a:off x="5500650" y="2406325"/>
            <a:ext cx="3207300" cy="16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45" name="Google Shape;245;p23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46" name="Google Shape;246;p23"/>
          <p:cNvSpPr txBox="1">
            <a:spLocks noGrp="1"/>
          </p:cNvSpPr>
          <p:nvPr>
            <p:ph type="subTitle" idx="9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247" name="Google Shape;247;p23"/>
          <p:cNvSpPr txBox="1">
            <a:spLocks noGrp="1"/>
          </p:cNvSpPr>
          <p:nvPr>
            <p:ph type="subTitle" idx="13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storyboards">
  <p:cSld name="CUSTOM">
    <p:bg>
      <p:bgPr>
        <a:solidFill>
          <a:schemeClr val="lt2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4"/>
          <p:cNvSpPr txBox="1">
            <a:spLocks noGrp="1"/>
          </p:cNvSpPr>
          <p:nvPr>
            <p:ph type="subTitle" idx="1"/>
          </p:nvPr>
        </p:nvSpPr>
        <p:spPr>
          <a:xfrm>
            <a:off x="6794975" y="3103750"/>
            <a:ext cx="2064000" cy="530100"/>
          </a:xfrm>
          <a:prstGeom prst="rect">
            <a:avLst/>
          </a:prstGeom>
        </p:spPr>
        <p:txBody>
          <a:bodyPr spcFirstLastPara="1" wrap="square" lIns="182875" tIns="182875" rIns="182875" bIns="18287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0" name="Google Shape;250;p24"/>
          <p:cNvSpPr>
            <a:spLocks noGrp="1"/>
          </p:cNvSpPr>
          <p:nvPr>
            <p:ph type="pic" idx="2"/>
          </p:nvPr>
        </p:nvSpPr>
        <p:spPr>
          <a:xfrm>
            <a:off x="2455025" y="1980250"/>
            <a:ext cx="2064000" cy="11223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251" name="Google Shape;251;p24"/>
          <p:cNvSpPr txBox="1">
            <a:spLocks noGrp="1"/>
          </p:cNvSpPr>
          <p:nvPr>
            <p:ph type="subTitle" idx="3"/>
          </p:nvPr>
        </p:nvSpPr>
        <p:spPr>
          <a:xfrm>
            <a:off x="2455025" y="3103750"/>
            <a:ext cx="2064000" cy="530100"/>
          </a:xfrm>
          <a:prstGeom prst="rect">
            <a:avLst/>
          </a:prstGeom>
        </p:spPr>
        <p:txBody>
          <a:bodyPr spcFirstLastPara="1" wrap="square" lIns="182875" tIns="182875" rIns="182875" bIns="18287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24"/>
          <p:cNvSpPr>
            <a:spLocks noGrp="1"/>
          </p:cNvSpPr>
          <p:nvPr>
            <p:ph type="pic" idx="4"/>
          </p:nvPr>
        </p:nvSpPr>
        <p:spPr>
          <a:xfrm>
            <a:off x="4625000" y="1980250"/>
            <a:ext cx="2064000" cy="11223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253" name="Google Shape;253;p24"/>
          <p:cNvSpPr txBox="1">
            <a:spLocks noGrp="1"/>
          </p:cNvSpPr>
          <p:nvPr>
            <p:ph type="subTitle" idx="5"/>
          </p:nvPr>
        </p:nvSpPr>
        <p:spPr>
          <a:xfrm>
            <a:off x="4625000" y="3103750"/>
            <a:ext cx="2064000" cy="530100"/>
          </a:xfrm>
          <a:prstGeom prst="rect">
            <a:avLst/>
          </a:prstGeom>
        </p:spPr>
        <p:txBody>
          <a:bodyPr spcFirstLastPara="1" wrap="square" lIns="182875" tIns="182875" rIns="182875" bIns="18287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24"/>
          <p:cNvSpPr>
            <a:spLocks noGrp="1"/>
          </p:cNvSpPr>
          <p:nvPr>
            <p:ph type="pic" idx="6"/>
          </p:nvPr>
        </p:nvSpPr>
        <p:spPr>
          <a:xfrm>
            <a:off x="285050" y="1980250"/>
            <a:ext cx="2064000" cy="11223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  <p:sp>
        <p:nvSpPr>
          <p:cNvPr id="255" name="Google Shape;255;p24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56" name="Google Shape;256;p24"/>
          <p:cNvSpPr txBox="1">
            <a:spLocks noGrp="1"/>
          </p:cNvSpPr>
          <p:nvPr>
            <p:ph type="body" idx="7"/>
          </p:nvPr>
        </p:nvSpPr>
        <p:spPr>
          <a:xfrm>
            <a:off x="284750" y="3862050"/>
            <a:ext cx="2064000" cy="888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57" name="Google Shape;257;p24"/>
          <p:cNvSpPr txBox="1">
            <a:spLocks noGrp="1"/>
          </p:cNvSpPr>
          <p:nvPr>
            <p:ph type="subTitle" idx="8"/>
          </p:nvPr>
        </p:nvSpPr>
        <p:spPr>
          <a:xfrm>
            <a:off x="285050" y="3103750"/>
            <a:ext cx="2064000" cy="530100"/>
          </a:xfrm>
          <a:prstGeom prst="rect">
            <a:avLst/>
          </a:prstGeom>
        </p:spPr>
        <p:txBody>
          <a:bodyPr spcFirstLastPara="1" wrap="square" lIns="182875" tIns="182875" rIns="182875" bIns="18287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24"/>
          <p:cNvSpPr txBox="1">
            <a:spLocks noGrp="1"/>
          </p:cNvSpPr>
          <p:nvPr>
            <p:ph type="body" idx="9"/>
          </p:nvPr>
        </p:nvSpPr>
        <p:spPr>
          <a:xfrm>
            <a:off x="2454725" y="3862050"/>
            <a:ext cx="2064000" cy="888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59" name="Google Shape;259;p24"/>
          <p:cNvSpPr txBox="1">
            <a:spLocks noGrp="1"/>
          </p:cNvSpPr>
          <p:nvPr>
            <p:ph type="body" idx="13"/>
          </p:nvPr>
        </p:nvSpPr>
        <p:spPr>
          <a:xfrm>
            <a:off x="4624700" y="3862050"/>
            <a:ext cx="2064000" cy="888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60" name="Google Shape;260;p24"/>
          <p:cNvSpPr txBox="1">
            <a:spLocks noGrp="1"/>
          </p:cNvSpPr>
          <p:nvPr>
            <p:ph type="body" idx="14"/>
          </p:nvPr>
        </p:nvSpPr>
        <p:spPr>
          <a:xfrm>
            <a:off x="6794675" y="3862050"/>
            <a:ext cx="2064000" cy="888600"/>
          </a:xfrm>
          <a:prstGeom prst="rect">
            <a:avLst/>
          </a:prstGeom>
        </p:spPr>
        <p:txBody>
          <a:bodyPr spcFirstLastPara="1" wrap="square" lIns="182875" tIns="0" rIns="182875" bIns="0" anchor="t" anchorCtr="0">
            <a:noAutofit/>
          </a:bodyPr>
          <a:lstStyle>
            <a:lvl1pPr marL="457200" lvl="0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marL="914400" lvl="1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marL="1371600" lvl="2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marL="1828800" lvl="3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>
            <a:endParaRPr/>
          </a:p>
        </p:txBody>
      </p:sp>
      <p:sp>
        <p:nvSpPr>
          <p:cNvPr id="261" name="Google Shape;261;p24"/>
          <p:cNvSpPr>
            <a:spLocks noGrp="1"/>
          </p:cNvSpPr>
          <p:nvPr>
            <p:ph type="pic" idx="15"/>
          </p:nvPr>
        </p:nvSpPr>
        <p:spPr>
          <a:xfrm>
            <a:off x="6794975" y="1980250"/>
            <a:ext cx="2064000" cy="1122300"/>
          </a:xfrm>
          <a:prstGeom prst="round2Same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 - Alt 3">
  <p:cSld name="CUSTOM_3">
    <p:bg>
      <p:bgPr>
        <a:solidFill>
          <a:schemeClr val="lt2"/>
        </a:solidFill>
        <a:effectLst/>
      </p:bgPr>
    </p:bg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5"/>
          <p:cNvSpPr>
            <a:spLocks noGrp="1"/>
          </p:cNvSpPr>
          <p:nvPr>
            <p:ph type="pic" idx="2"/>
          </p:nvPr>
        </p:nvSpPr>
        <p:spPr>
          <a:xfrm>
            <a:off x="5965025" y="3740450"/>
            <a:ext cx="2894400" cy="1116900"/>
          </a:xfrm>
          <a:prstGeom prst="roundRect">
            <a:avLst>
              <a:gd name="adj" fmla="val 13273"/>
            </a:avLst>
          </a:prstGeom>
          <a:noFill/>
          <a:ln>
            <a:noFill/>
          </a:ln>
        </p:spPr>
      </p:sp>
      <p:sp>
        <p:nvSpPr>
          <p:cNvPr id="264" name="Google Shape;264;p25"/>
          <p:cNvSpPr/>
          <p:nvPr/>
        </p:nvSpPr>
        <p:spPr>
          <a:xfrm rot="10800000" flipH="1">
            <a:off x="575775" y="282975"/>
            <a:ext cx="7992600" cy="3457500"/>
          </a:xfrm>
          <a:prstGeom prst="round2DiagRect">
            <a:avLst>
              <a:gd name="adj1" fmla="val 9463"/>
              <a:gd name="adj2" fmla="val 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25"/>
          <p:cNvSpPr/>
          <p:nvPr/>
        </p:nvSpPr>
        <p:spPr>
          <a:xfrm rot="10800000" flipH="1">
            <a:off x="575775" y="3740475"/>
            <a:ext cx="5389200" cy="1116900"/>
          </a:xfrm>
          <a:prstGeom prst="round2DiagRect">
            <a:avLst>
              <a:gd name="adj1" fmla="val 16002"/>
              <a:gd name="adj2" fmla="val 0"/>
            </a:avLst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25"/>
          <p:cNvSpPr/>
          <p:nvPr/>
        </p:nvSpPr>
        <p:spPr>
          <a:xfrm rot="10800000">
            <a:off x="284775" y="282975"/>
            <a:ext cx="291000" cy="4574400"/>
          </a:xfrm>
          <a:prstGeom prst="roundRect">
            <a:avLst>
              <a:gd name="adj" fmla="val 50000"/>
            </a:avLst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25"/>
          <p:cNvSpPr/>
          <p:nvPr/>
        </p:nvSpPr>
        <p:spPr>
          <a:xfrm rot="10800000">
            <a:off x="8568225" y="282900"/>
            <a:ext cx="291000" cy="3457500"/>
          </a:xfrm>
          <a:prstGeom prst="roundRect">
            <a:avLst>
              <a:gd name="adj" fmla="val 5000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25"/>
          <p:cNvSpPr txBox="1">
            <a:spLocks noGrp="1"/>
          </p:cNvSpPr>
          <p:nvPr>
            <p:ph type="title"/>
          </p:nvPr>
        </p:nvSpPr>
        <p:spPr>
          <a:xfrm>
            <a:off x="917100" y="528525"/>
            <a:ext cx="7337100" cy="291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269" name="Google Shape;269;p25"/>
          <p:cNvSpPr txBox="1">
            <a:spLocks noGrp="1"/>
          </p:cNvSpPr>
          <p:nvPr>
            <p:ph type="subTitle" idx="1"/>
          </p:nvPr>
        </p:nvSpPr>
        <p:spPr>
          <a:xfrm>
            <a:off x="917100" y="3989175"/>
            <a:ext cx="4625100" cy="5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Outfit"/>
              <a:buNone/>
              <a:defRPr sz="18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ards - Alt 1">
  <p:cSld name="CUSTOM_4">
    <p:bg>
      <p:bgPr>
        <a:solidFill>
          <a:schemeClr val="lt2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26"/>
          <p:cNvSpPr>
            <a:spLocks noGrp="1"/>
          </p:cNvSpPr>
          <p:nvPr>
            <p:ph type="pic" idx="2"/>
          </p:nvPr>
        </p:nvSpPr>
        <p:spPr>
          <a:xfrm>
            <a:off x="717825" y="2478076"/>
            <a:ext cx="1197900" cy="1197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2" name="Google Shape;272;p26"/>
          <p:cNvSpPr>
            <a:spLocks noGrp="1"/>
          </p:cNvSpPr>
          <p:nvPr>
            <p:ph type="pic" idx="3"/>
          </p:nvPr>
        </p:nvSpPr>
        <p:spPr>
          <a:xfrm>
            <a:off x="2887875" y="2478076"/>
            <a:ext cx="1197900" cy="1197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3" name="Google Shape;273;p26"/>
          <p:cNvSpPr>
            <a:spLocks noGrp="1"/>
          </p:cNvSpPr>
          <p:nvPr>
            <p:ph type="pic" idx="4"/>
          </p:nvPr>
        </p:nvSpPr>
        <p:spPr>
          <a:xfrm>
            <a:off x="5057925" y="2478076"/>
            <a:ext cx="1197900" cy="1197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4" name="Google Shape;274;p26"/>
          <p:cNvSpPr>
            <a:spLocks noGrp="1"/>
          </p:cNvSpPr>
          <p:nvPr>
            <p:ph type="pic" idx="5"/>
          </p:nvPr>
        </p:nvSpPr>
        <p:spPr>
          <a:xfrm>
            <a:off x="7227975" y="2478076"/>
            <a:ext cx="1197900" cy="1197900"/>
          </a:xfrm>
          <a:prstGeom prst="ellipse">
            <a:avLst/>
          </a:prstGeom>
          <a:noFill/>
          <a:ln w="9525" cap="flat" cmpd="sng">
            <a:solidFill>
              <a:schemeClr val="lt2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5" name="Google Shape;275;p26"/>
          <p:cNvSpPr txBox="1">
            <a:spLocks noGrp="1"/>
          </p:cNvSpPr>
          <p:nvPr>
            <p:ph type="subTitle" idx="1"/>
          </p:nvPr>
        </p:nvSpPr>
        <p:spPr>
          <a:xfrm>
            <a:off x="284775" y="1675050"/>
            <a:ext cx="1933800" cy="5586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 b="1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26"/>
          <p:cNvSpPr txBox="1">
            <a:spLocks noGrp="1"/>
          </p:cNvSpPr>
          <p:nvPr>
            <p:ph type="subTitle" idx="6"/>
          </p:nvPr>
        </p:nvSpPr>
        <p:spPr>
          <a:xfrm>
            <a:off x="2454825" y="1675050"/>
            <a:ext cx="1933800" cy="5586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26"/>
          <p:cNvSpPr txBox="1">
            <a:spLocks noGrp="1"/>
          </p:cNvSpPr>
          <p:nvPr>
            <p:ph type="subTitle" idx="7"/>
          </p:nvPr>
        </p:nvSpPr>
        <p:spPr>
          <a:xfrm>
            <a:off x="4624863" y="1675050"/>
            <a:ext cx="1933800" cy="5586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 b="1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78" name="Google Shape;278;p26"/>
          <p:cNvSpPr txBox="1">
            <a:spLocks noGrp="1"/>
          </p:cNvSpPr>
          <p:nvPr>
            <p:ph type="subTitle" idx="8"/>
          </p:nvPr>
        </p:nvSpPr>
        <p:spPr>
          <a:xfrm>
            <a:off x="6794913" y="1675050"/>
            <a:ext cx="1933800" cy="558600"/>
          </a:xfrm>
          <a:prstGeom prst="rect">
            <a:avLst/>
          </a:prstGeom>
        </p:spPr>
        <p:txBody>
          <a:bodyPr spcFirstLastPara="1" wrap="square" lIns="182875" tIns="182875" rIns="182875" bIns="0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 sz="1800" b="1">
                <a:solidFill>
                  <a:schemeClr val="lt2"/>
                </a:solidFill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79" name="Google Shape;279;p26"/>
          <p:cNvSpPr txBox="1">
            <a:spLocks noGrp="1"/>
          </p:cNvSpPr>
          <p:nvPr>
            <p:ph type="subTitle" idx="9"/>
          </p:nvPr>
        </p:nvSpPr>
        <p:spPr>
          <a:xfrm>
            <a:off x="284775" y="3874800"/>
            <a:ext cx="2064000" cy="9714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0" name="Google Shape;280;p26"/>
          <p:cNvSpPr txBox="1">
            <a:spLocks noGrp="1"/>
          </p:cNvSpPr>
          <p:nvPr>
            <p:ph type="subTitle" idx="13"/>
          </p:nvPr>
        </p:nvSpPr>
        <p:spPr>
          <a:xfrm>
            <a:off x="2454825" y="3874800"/>
            <a:ext cx="2064000" cy="9714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26"/>
          <p:cNvSpPr txBox="1">
            <a:spLocks noGrp="1"/>
          </p:cNvSpPr>
          <p:nvPr>
            <p:ph type="subTitle" idx="14"/>
          </p:nvPr>
        </p:nvSpPr>
        <p:spPr>
          <a:xfrm>
            <a:off x="4624875" y="3874800"/>
            <a:ext cx="2064000" cy="9714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2" name="Google Shape;282;p26"/>
          <p:cNvSpPr txBox="1">
            <a:spLocks noGrp="1"/>
          </p:cNvSpPr>
          <p:nvPr>
            <p:ph type="subTitle" idx="15"/>
          </p:nvPr>
        </p:nvSpPr>
        <p:spPr>
          <a:xfrm>
            <a:off x="6794925" y="3874800"/>
            <a:ext cx="2064000" cy="9714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000"/>
              <a:buNone/>
              <a:defRPr sz="1000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83" name="Google Shape;283;p26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ards - Alt 2">
  <p:cSld name="CUSTOM_12"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7"/>
          <p:cNvSpPr txBox="1">
            <a:spLocks noGrp="1"/>
          </p:cNvSpPr>
          <p:nvPr>
            <p:ph type="title"/>
          </p:nvPr>
        </p:nvSpPr>
        <p:spPr>
          <a:xfrm>
            <a:off x="3901500" y="1277850"/>
            <a:ext cx="1157700" cy="10104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200" b="1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286" name="Google Shape;286;p27"/>
          <p:cNvSpPr>
            <a:spLocks noGrp="1"/>
          </p:cNvSpPr>
          <p:nvPr>
            <p:ph type="pic" idx="2"/>
          </p:nvPr>
        </p:nvSpPr>
        <p:spPr>
          <a:xfrm>
            <a:off x="1731450" y="1277775"/>
            <a:ext cx="2062500" cy="3352200"/>
          </a:xfrm>
          <a:prstGeom prst="roundRect">
            <a:avLst>
              <a:gd name="adj" fmla="val 10994"/>
            </a:avLst>
          </a:prstGeom>
          <a:noFill/>
          <a:ln>
            <a:noFill/>
          </a:ln>
        </p:spPr>
      </p:sp>
      <p:sp>
        <p:nvSpPr>
          <p:cNvPr id="287" name="Google Shape;287;p27"/>
          <p:cNvSpPr txBox="1">
            <a:spLocks noGrp="1"/>
          </p:cNvSpPr>
          <p:nvPr>
            <p:ph type="title" idx="3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88" name="Google Shape;288;p27"/>
          <p:cNvSpPr txBox="1">
            <a:spLocks noGrp="1"/>
          </p:cNvSpPr>
          <p:nvPr>
            <p:ph type="subTitle" idx="1"/>
          </p:nvPr>
        </p:nvSpPr>
        <p:spPr>
          <a:xfrm>
            <a:off x="1729925" y="1430175"/>
            <a:ext cx="2064000" cy="971400"/>
          </a:xfrm>
          <a:prstGeom prst="rect">
            <a:avLst/>
          </a:prstGeom>
        </p:spPr>
        <p:txBody>
          <a:bodyPr spcFirstLastPara="1" wrap="square" lIns="182875" tIns="0" rIns="182875" bIns="18287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89" name="Google Shape;289;p27"/>
          <p:cNvSpPr txBox="1">
            <a:spLocks noGrp="1"/>
          </p:cNvSpPr>
          <p:nvPr>
            <p:ph type="title" idx="4"/>
          </p:nvPr>
        </p:nvSpPr>
        <p:spPr>
          <a:xfrm>
            <a:off x="6071550" y="2401575"/>
            <a:ext cx="2787900" cy="409500"/>
          </a:xfrm>
          <a:prstGeom prst="rect">
            <a:avLst/>
          </a:prstGeom>
        </p:spPr>
        <p:txBody>
          <a:bodyPr spcFirstLastPara="1" wrap="square" lIns="164575" tIns="164575" rIns="91425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SemiBold"/>
                <a:ea typeface="Instrument Sans SemiBold"/>
                <a:cs typeface="Instrument Sans SemiBold"/>
                <a:sym typeface="Instrument Sans SemiBold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1000" b="1">
                <a:solidFill>
                  <a:schemeClr val="lt2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  <p:sp>
        <p:nvSpPr>
          <p:cNvPr id="290" name="Google Shape;290;p27"/>
          <p:cNvSpPr txBox="1">
            <a:spLocks noGrp="1"/>
          </p:cNvSpPr>
          <p:nvPr>
            <p:ph type="subTitle" idx="5"/>
          </p:nvPr>
        </p:nvSpPr>
        <p:spPr>
          <a:xfrm>
            <a:off x="17314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291" name="Google Shape;291;p27"/>
          <p:cNvSpPr txBox="1">
            <a:spLocks noGrp="1"/>
          </p:cNvSpPr>
          <p:nvPr>
            <p:ph type="subTitle" idx="6"/>
          </p:nvPr>
        </p:nvSpPr>
        <p:spPr>
          <a:xfrm>
            <a:off x="7518500" y="4750800"/>
            <a:ext cx="1340700" cy="1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600"/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None/>
              <a:defRPr sz="600"/>
            </a:lvl9pPr>
          </a:lstStyle>
          <a:p>
            <a:endParaRPr/>
          </a:p>
        </p:txBody>
      </p:sp>
      <p:sp>
        <p:nvSpPr>
          <p:cNvPr id="292" name="Google Shape;292;p27"/>
          <p:cNvSpPr txBox="1">
            <a:spLocks noGrp="1"/>
          </p:cNvSpPr>
          <p:nvPr>
            <p:ph type="subTitle" idx="7"/>
          </p:nvPr>
        </p:nvSpPr>
        <p:spPr>
          <a:xfrm>
            <a:off x="4071675" y="3061794"/>
            <a:ext cx="1728300" cy="1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27"/>
          <p:cNvSpPr txBox="1">
            <a:spLocks noGrp="1"/>
          </p:cNvSpPr>
          <p:nvPr>
            <p:ph type="subTitle" idx="8"/>
          </p:nvPr>
        </p:nvSpPr>
        <p:spPr>
          <a:xfrm>
            <a:off x="4071675" y="2542375"/>
            <a:ext cx="1728300" cy="51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4" name="Google Shape;294;p27"/>
          <p:cNvSpPr txBox="1">
            <a:spLocks noGrp="1"/>
          </p:cNvSpPr>
          <p:nvPr>
            <p:ph type="subTitle" idx="9"/>
          </p:nvPr>
        </p:nvSpPr>
        <p:spPr>
          <a:xfrm>
            <a:off x="4071675" y="4178694"/>
            <a:ext cx="1728300" cy="173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Instrument Sans Medium"/>
                <a:ea typeface="Instrument Sans Medium"/>
                <a:cs typeface="Instrument Sans Medium"/>
                <a:sym typeface="Instrument Sans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295" name="Google Shape;295;p27"/>
          <p:cNvSpPr txBox="1">
            <a:spLocks noGrp="1"/>
          </p:cNvSpPr>
          <p:nvPr>
            <p:ph type="subTitle" idx="13"/>
          </p:nvPr>
        </p:nvSpPr>
        <p:spPr>
          <a:xfrm>
            <a:off x="4071675" y="3659275"/>
            <a:ext cx="1728300" cy="519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Font typeface="Outfit"/>
              <a:buNone/>
              <a:defRPr sz="36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table">
  <p:cSld name="CUSTOM_11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8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>
            <a:endParaRPr/>
          </a:p>
        </p:txBody>
      </p:sp>
      <p:sp>
        <p:nvSpPr>
          <p:cNvPr id="298" name="Google Shape;298;p28"/>
          <p:cNvSpPr txBox="1">
            <a:spLocks noGrp="1"/>
          </p:cNvSpPr>
          <p:nvPr>
            <p:ph type="subTitle" idx="1"/>
          </p:nvPr>
        </p:nvSpPr>
        <p:spPr>
          <a:xfrm>
            <a:off x="2455100" y="1661000"/>
            <a:ext cx="2064000" cy="19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299" name="Google Shape;299;p28"/>
          <p:cNvSpPr txBox="1">
            <a:spLocks noGrp="1"/>
          </p:cNvSpPr>
          <p:nvPr>
            <p:ph type="subTitle" idx="2"/>
          </p:nvPr>
        </p:nvSpPr>
        <p:spPr>
          <a:xfrm>
            <a:off x="4624900" y="1661000"/>
            <a:ext cx="2064000" cy="19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00" name="Google Shape;300;p28"/>
          <p:cNvSpPr txBox="1">
            <a:spLocks noGrp="1"/>
          </p:cNvSpPr>
          <p:nvPr>
            <p:ph type="subTitle" idx="3"/>
          </p:nvPr>
        </p:nvSpPr>
        <p:spPr>
          <a:xfrm>
            <a:off x="6794700" y="1661000"/>
            <a:ext cx="2064000" cy="19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01" name="Google Shape;301;p28"/>
          <p:cNvSpPr txBox="1">
            <a:spLocks noGrp="1"/>
          </p:cNvSpPr>
          <p:nvPr>
            <p:ph type="subTitle" idx="4"/>
          </p:nvPr>
        </p:nvSpPr>
        <p:spPr>
          <a:xfrm>
            <a:off x="391275" y="1661000"/>
            <a:ext cx="1957500" cy="195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02" name="Google Shape;302;p28"/>
          <p:cNvSpPr txBox="1">
            <a:spLocks noGrp="1"/>
          </p:cNvSpPr>
          <p:nvPr>
            <p:ph type="subTitle" idx="5"/>
          </p:nvPr>
        </p:nvSpPr>
        <p:spPr>
          <a:xfrm>
            <a:off x="391275" y="2111375"/>
            <a:ext cx="1957500" cy="1953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03" name="Google Shape;303;p28"/>
          <p:cNvSpPr txBox="1">
            <a:spLocks noGrp="1"/>
          </p:cNvSpPr>
          <p:nvPr>
            <p:ph type="subTitle" idx="6"/>
          </p:nvPr>
        </p:nvSpPr>
        <p:spPr>
          <a:xfrm>
            <a:off x="391275" y="3160850"/>
            <a:ext cx="1957500" cy="1953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04" name="Google Shape;304;p28"/>
          <p:cNvSpPr txBox="1">
            <a:spLocks noGrp="1"/>
          </p:cNvSpPr>
          <p:nvPr>
            <p:ph type="subTitle" idx="7"/>
          </p:nvPr>
        </p:nvSpPr>
        <p:spPr>
          <a:xfrm>
            <a:off x="391275" y="4049675"/>
            <a:ext cx="1957500" cy="1953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00"/>
              <a:buFont typeface="Outfit"/>
              <a:buNone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05" name="Google Shape;305;p28"/>
          <p:cNvSpPr txBox="1">
            <a:spLocks noGrp="1"/>
          </p:cNvSpPr>
          <p:nvPr>
            <p:ph type="subTitle" idx="8"/>
          </p:nvPr>
        </p:nvSpPr>
        <p:spPr>
          <a:xfrm>
            <a:off x="2455100" y="2111375"/>
            <a:ext cx="2064000" cy="6612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06" name="Google Shape;306;p28"/>
          <p:cNvSpPr txBox="1">
            <a:spLocks noGrp="1"/>
          </p:cNvSpPr>
          <p:nvPr>
            <p:ph type="subTitle" idx="9"/>
          </p:nvPr>
        </p:nvSpPr>
        <p:spPr>
          <a:xfrm>
            <a:off x="2455100" y="3174088"/>
            <a:ext cx="2064000" cy="6612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07" name="Google Shape;307;p28"/>
          <p:cNvSpPr txBox="1">
            <a:spLocks noGrp="1"/>
          </p:cNvSpPr>
          <p:nvPr>
            <p:ph type="subTitle" idx="13"/>
          </p:nvPr>
        </p:nvSpPr>
        <p:spPr>
          <a:xfrm>
            <a:off x="2455100" y="4075913"/>
            <a:ext cx="2064000" cy="6612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08" name="Google Shape;308;p28"/>
          <p:cNvSpPr txBox="1">
            <a:spLocks noGrp="1"/>
          </p:cNvSpPr>
          <p:nvPr>
            <p:ph type="subTitle" idx="14"/>
          </p:nvPr>
        </p:nvSpPr>
        <p:spPr>
          <a:xfrm>
            <a:off x="4625425" y="2111375"/>
            <a:ext cx="2064000" cy="6612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09" name="Google Shape;309;p28"/>
          <p:cNvSpPr txBox="1">
            <a:spLocks noGrp="1"/>
          </p:cNvSpPr>
          <p:nvPr>
            <p:ph type="subTitle" idx="15"/>
          </p:nvPr>
        </p:nvSpPr>
        <p:spPr>
          <a:xfrm>
            <a:off x="4625425" y="3174088"/>
            <a:ext cx="2064000" cy="6612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0" name="Google Shape;310;p28"/>
          <p:cNvSpPr txBox="1">
            <a:spLocks noGrp="1"/>
          </p:cNvSpPr>
          <p:nvPr>
            <p:ph type="subTitle" idx="16"/>
          </p:nvPr>
        </p:nvSpPr>
        <p:spPr>
          <a:xfrm>
            <a:off x="4625425" y="4075913"/>
            <a:ext cx="2064000" cy="6612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1" name="Google Shape;311;p28"/>
          <p:cNvSpPr txBox="1">
            <a:spLocks noGrp="1"/>
          </p:cNvSpPr>
          <p:nvPr>
            <p:ph type="subTitle" idx="17"/>
          </p:nvPr>
        </p:nvSpPr>
        <p:spPr>
          <a:xfrm>
            <a:off x="6795750" y="2111375"/>
            <a:ext cx="2064000" cy="6612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2" name="Google Shape;312;p28"/>
          <p:cNvSpPr txBox="1">
            <a:spLocks noGrp="1"/>
          </p:cNvSpPr>
          <p:nvPr>
            <p:ph type="subTitle" idx="18"/>
          </p:nvPr>
        </p:nvSpPr>
        <p:spPr>
          <a:xfrm>
            <a:off x="6795750" y="3174088"/>
            <a:ext cx="2064000" cy="6612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313" name="Google Shape;313;p28"/>
          <p:cNvSpPr txBox="1">
            <a:spLocks noGrp="1"/>
          </p:cNvSpPr>
          <p:nvPr>
            <p:ph type="subTitle" idx="19"/>
          </p:nvPr>
        </p:nvSpPr>
        <p:spPr>
          <a:xfrm>
            <a:off x="6795750" y="4075913"/>
            <a:ext cx="2064000" cy="661200"/>
          </a:xfrm>
          <a:prstGeom prst="rect">
            <a:avLst/>
          </a:prstGeom>
        </p:spPr>
        <p:txBody>
          <a:bodyPr spcFirstLastPara="1" wrap="square" lIns="0" tIns="0" rIns="182875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200"/>
              <a:buFont typeface="Outfit"/>
              <a:buNone/>
              <a:defRPr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29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316" name="Google Shape;316;p29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>
  <p:cSld name="Section header"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0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>
  <p:cSld name="Title and body"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21" name="Google Shape;321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>
  <p:cSld name="Title and two columns"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24" name="Google Shape;324;p3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25" name="Google Shape;325;p32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3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0" name="Google Shape;330;p34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36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35" name="Google Shape;335;p36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36" name="Google Shape;336;p36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7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8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341" name="Google Shape;341;p38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40"/>
          <p:cNvSpPr txBox="1">
            <a:spLocks noGrp="1"/>
          </p:cNvSpPr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45" name="Google Shape;345;p40"/>
          <p:cNvSpPr txBox="1">
            <a:spLocks noGrp="1"/>
          </p:cNvSpPr>
          <p:nvPr>
            <p:ph type="subTitle" idx="1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6" name="Google Shape;346;p40"/>
          <p:cNvSpPr txBox="1">
            <a:spLocks noGrp="1"/>
          </p:cNvSpPr>
          <p:nvPr>
            <p:ph type="subTitle" idx="2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7" name="Google Shape;347;p40"/>
          <p:cNvSpPr txBox="1">
            <a:spLocks noGrp="1"/>
          </p:cNvSpPr>
          <p:nvPr>
            <p:ph type="subTitle" idx="3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8" name="Google Shape;348;p40"/>
          <p:cNvSpPr txBox="1">
            <a:spLocks noGrp="1"/>
          </p:cNvSpPr>
          <p:nvPr>
            <p:ph type="subTitle" idx="4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49" name="Google Shape;349;p40"/>
          <p:cNvSpPr txBox="1">
            <a:spLocks noGrp="1"/>
          </p:cNvSpPr>
          <p:nvPr>
            <p:ph type="subTitle" idx="5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50" name="Google Shape;350;p40"/>
          <p:cNvSpPr txBox="1">
            <a:spLocks noGrp="1"/>
          </p:cNvSpPr>
          <p:nvPr>
            <p:ph type="subTitle" idx="6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body and image">
  <p:cSld name="Title, body and image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4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53" name="Google Shape;353;p4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54" name="Google Shape;354;p41"/>
          <p:cNvSpPr>
            <a:spLocks noGrp="1"/>
          </p:cNvSpPr>
          <p:nvPr>
            <p:ph type="pic" idx="2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big ideas">
  <p:cSld name="Two big ideas"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42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7" name="Google Shape;357;p42"/>
          <p:cNvSpPr txBox="1">
            <a:spLocks noGrp="1"/>
          </p:cNvSpPr>
          <p:nvPr>
            <p:ph type="body" idx="1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58" name="Google Shape;358;p42"/>
          <p:cNvSpPr txBox="1">
            <a:spLocks noGrp="1"/>
          </p:cNvSpPr>
          <p:nvPr>
            <p:ph type="body" idx="2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59" name="Google Shape;359;p42"/>
          <p:cNvSpPr txBox="1">
            <a:spLocks noGrp="1"/>
          </p:cNvSpPr>
          <p:nvPr>
            <p:ph type="subTitle" idx="3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0" name="Google Shape;360;p42"/>
          <p:cNvSpPr txBox="1">
            <a:spLocks noGrp="1"/>
          </p:cNvSpPr>
          <p:nvPr>
            <p:ph type="subTitle" idx="4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big ideas">
  <p:cSld name="Three big ideas"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3"/>
          <p:cNvSpPr txBox="1">
            <a:spLocks noGrp="1"/>
          </p:cNvSpPr>
          <p:nvPr>
            <p:ph type="body" idx="1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3" name="Google Shape;363;p43"/>
          <p:cNvSpPr txBox="1">
            <a:spLocks noGrp="1"/>
          </p:cNvSpPr>
          <p:nvPr>
            <p:ph type="body" idx="2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64" name="Google Shape;364;p43"/>
          <p:cNvSpPr txBox="1">
            <a:spLocks noGrp="1"/>
          </p:cNvSpPr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65" name="Google Shape;365;p43"/>
          <p:cNvSpPr txBox="1">
            <a:spLocks noGrp="1"/>
          </p:cNvSpPr>
          <p:nvPr>
            <p:ph type="subTitle" idx="3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6" name="Google Shape;366;p43"/>
          <p:cNvSpPr txBox="1">
            <a:spLocks noGrp="1"/>
          </p:cNvSpPr>
          <p:nvPr>
            <p:ph type="subTitle" idx="4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7" name="Google Shape;367;p43"/>
          <p:cNvSpPr txBox="1">
            <a:spLocks noGrp="1"/>
          </p:cNvSpPr>
          <p:nvPr>
            <p:ph type="subTitle" idx="5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68" name="Google Shape;368;p43"/>
          <p:cNvSpPr txBox="1">
            <a:spLocks noGrp="1"/>
          </p:cNvSpPr>
          <p:nvPr>
            <p:ph type="body" idx="6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big ideas">
  <p:cSld name="Four big ideas">
    <p:spTree>
      <p:nvGrpSpPr>
        <p:cNvPr id="1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4"/>
          <p:cNvSpPr txBox="1">
            <a:spLocks noGrp="1"/>
          </p:cNvSpPr>
          <p:nvPr>
            <p:ph type="body" idx="1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1" name="Google Shape;371;p44"/>
          <p:cNvSpPr txBox="1">
            <a:spLocks noGrp="1"/>
          </p:cNvSpPr>
          <p:nvPr>
            <p:ph type="body" idx="2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2" name="Google Shape;372;p44"/>
          <p:cNvSpPr txBox="1">
            <a:spLocks noGrp="1"/>
          </p:cNvSpPr>
          <p:nvPr>
            <p:ph type="body" idx="3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3" name="Google Shape;373;p44"/>
          <p:cNvSpPr txBox="1">
            <a:spLocks noGrp="1"/>
          </p:cNvSpPr>
          <p:nvPr>
            <p:ph type="body" idx="4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74" name="Google Shape;374;p44"/>
          <p:cNvSpPr txBox="1">
            <a:spLocks noGrp="1"/>
          </p:cNvSpPr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75" name="Google Shape;375;p44"/>
          <p:cNvSpPr txBox="1">
            <a:spLocks noGrp="1"/>
          </p:cNvSpPr>
          <p:nvPr>
            <p:ph type="subTitle" idx="5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6" name="Google Shape;376;p44"/>
          <p:cNvSpPr txBox="1">
            <a:spLocks noGrp="1"/>
          </p:cNvSpPr>
          <p:nvPr>
            <p:ph type="subTitle" idx="6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7" name="Google Shape;377;p44"/>
          <p:cNvSpPr txBox="1">
            <a:spLocks noGrp="1"/>
          </p:cNvSpPr>
          <p:nvPr>
            <p:ph type="subTitle" idx="7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78" name="Google Shape;378;p44"/>
          <p:cNvSpPr txBox="1">
            <a:spLocks noGrp="1"/>
          </p:cNvSpPr>
          <p:nvPr>
            <p:ph type="subTitle" idx="8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image">
  <p:cSld name="Title and image">
    <p:spTree>
      <p:nvGrpSpPr>
        <p:cNvPr id="1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4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81" name="Google Shape;381;p45"/>
          <p:cNvSpPr>
            <a:spLocks noGrp="1"/>
          </p:cNvSpPr>
          <p:nvPr>
            <p:ph type="pic" idx="2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storyboards">
  <p:cSld name="Two storyboards">
    <p:spTree>
      <p:nvGrpSpPr>
        <p:cNvPr id="1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46"/>
          <p:cNvSpPr txBox="1">
            <a:spLocks noGrp="1"/>
          </p:cNvSpPr>
          <p:nvPr>
            <p:ph type="body" idx="1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4" name="Google Shape;384;p46"/>
          <p:cNvSpPr>
            <a:spLocks noGrp="1"/>
          </p:cNvSpPr>
          <p:nvPr>
            <p:ph type="pic" idx="2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5" name="Google Shape;385;p46"/>
          <p:cNvSpPr>
            <a:spLocks noGrp="1"/>
          </p:cNvSpPr>
          <p:nvPr>
            <p:ph type="pic" idx="3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86" name="Google Shape;386;p46"/>
          <p:cNvSpPr txBox="1">
            <a:spLocks noGrp="1"/>
          </p:cNvSpPr>
          <p:nvPr>
            <p:ph type="body" idx="4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87" name="Google Shape;387;p4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88" name="Google Shape;388;p46"/>
          <p:cNvSpPr txBox="1">
            <a:spLocks noGrp="1"/>
          </p:cNvSpPr>
          <p:nvPr>
            <p:ph type="subTitle" idx="5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89" name="Google Shape;389;p46"/>
          <p:cNvSpPr txBox="1">
            <a:spLocks noGrp="1"/>
          </p:cNvSpPr>
          <p:nvPr>
            <p:ph type="subTitle" idx="6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storyboards">
  <p:cSld name="Three storyboards"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47"/>
          <p:cNvSpPr txBox="1">
            <a:spLocks noGrp="1"/>
          </p:cNvSpPr>
          <p:nvPr>
            <p:ph type="body" idx="1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2" name="Google Shape;392;p47"/>
          <p:cNvSpPr>
            <a:spLocks noGrp="1"/>
          </p:cNvSpPr>
          <p:nvPr>
            <p:ph type="pic" idx="2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3" name="Google Shape;393;p47"/>
          <p:cNvSpPr>
            <a:spLocks noGrp="1"/>
          </p:cNvSpPr>
          <p:nvPr>
            <p:ph type="pic" idx="3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4" name="Google Shape;394;p47"/>
          <p:cNvSpPr txBox="1">
            <a:spLocks noGrp="1"/>
          </p:cNvSpPr>
          <p:nvPr>
            <p:ph type="body" idx="4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5" name="Google Shape;395;p47"/>
          <p:cNvSpPr>
            <a:spLocks noGrp="1"/>
          </p:cNvSpPr>
          <p:nvPr>
            <p:ph type="pic" idx="5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96" name="Google Shape;396;p47"/>
          <p:cNvSpPr txBox="1">
            <a:spLocks noGrp="1"/>
          </p:cNvSpPr>
          <p:nvPr>
            <p:ph type="body" idx="6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endParaRPr/>
          </a:p>
        </p:txBody>
      </p:sp>
      <p:sp>
        <p:nvSpPr>
          <p:cNvPr id="397" name="Google Shape;397;p4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47"/>
          <p:cNvSpPr txBox="1">
            <a:spLocks noGrp="1"/>
          </p:cNvSpPr>
          <p:nvPr>
            <p:ph type="subTitle" idx="7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99" name="Google Shape;399;p47"/>
          <p:cNvSpPr txBox="1">
            <a:spLocks noGrp="1"/>
          </p:cNvSpPr>
          <p:nvPr>
            <p:ph type="subTitle" idx="8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00" name="Google Shape;400;p47"/>
          <p:cNvSpPr txBox="1">
            <a:spLocks noGrp="1"/>
          </p:cNvSpPr>
          <p:nvPr>
            <p:ph type="subTitle" idx="9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only">
  <p:cSld name="Image only">
    <p:spTree>
      <p:nvGrpSpPr>
        <p:cNvPr id="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48"/>
          <p:cNvSpPr>
            <a:spLocks noGrp="1"/>
          </p:cNvSpPr>
          <p:nvPr>
            <p:ph type="pic" idx="2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 grid">
  <p:cSld name="Image grid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p49"/>
          <p:cNvSpPr>
            <a:spLocks noGrp="1"/>
          </p:cNvSpPr>
          <p:nvPr>
            <p:ph type="pic" idx="2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5" name="Google Shape;405;p49"/>
          <p:cNvSpPr>
            <a:spLocks noGrp="1"/>
          </p:cNvSpPr>
          <p:nvPr>
            <p:ph type="pic" idx="3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49"/>
          <p:cNvSpPr>
            <a:spLocks noGrp="1"/>
          </p:cNvSpPr>
          <p:nvPr>
            <p:ph type="pic" idx="4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7" name="Google Shape;407;p49"/>
          <p:cNvSpPr>
            <a:spLocks noGrp="1"/>
          </p:cNvSpPr>
          <p:nvPr>
            <p:ph type="pic" idx="5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8" name="Google Shape;408;p49"/>
          <p:cNvSpPr>
            <a:spLocks noGrp="1"/>
          </p:cNvSpPr>
          <p:nvPr>
            <p:ph type="pic" idx="6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09" name="Google Shape;409;p49"/>
          <p:cNvSpPr>
            <a:spLocks noGrp="1"/>
          </p:cNvSpPr>
          <p:nvPr>
            <p:ph type="pic" idx="7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0" name="Google Shape;410;p49"/>
          <p:cNvSpPr txBox="1">
            <a:spLocks noGrp="1"/>
          </p:cNvSpPr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/>
            </a:lvl9pPr>
          </a:lstStyle>
          <a:p>
            <a:endParaRPr/>
          </a:p>
        </p:txBody>
      </p:sp>
      <p:sp>
        <p:nvSpPr>
          <p:cNvPr id="411" name="Google Shape;411;p49"/>
          <p:cNvSpPr>
            <a:spLocks noGrp="1"/>
          </p:cNvSpPr>
          <p:nvPr>
            <p:ph type="pic" idx="8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2" name="Google Shape;412;p49"/>
          <p:cNvSpPr>
            <a:spLocks noGrp="1"/>
          </p:cNvSpPr>
          <p:nvPr>
            <p:ph type="pic" idx="9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413" name="Google Shape;413;p49"/>
          <p:cNvSpPr>
            <a:spLocks noGrp="1"/>
          </p:cNvSpPr>
          <p:nvPr>
            <p:ph type="pic" idx="13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5681100" cy="22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Outfit"/>
              <a:buNone/>
              <a:defRPr sz="60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284775" y="2629050"/>
            <a:ext cx="3493500" cy="198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●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○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strument Sans"/>
              <a:buChar char="■"/>
              <a:defRPr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5581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78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7">
          <p15:clr>
            <a:srgbClr val="E46962"/>
          </p15:clr>
        </p15:guide>
        <p15:guide id="6" pos="2913">
          <p15:clr>
            <a:srgbClr val="E46962"/>
          </p15:clr>
        </p15:guide>
        <p15:guide id="7" pos="568">
          <p15:clr>
            <a:srgbClr val="E46962"/>
          </p15:clr>
        </p15:guide>
        <p15:guide id="8" pos="635">
          <p15:clr>
            <a:srgbClr val="E46962"/>
          </p15:clr>
        </p15:guide>
        <p15:guide id="9" pos="4213">
          <p15:clr>
            <a:srgbClr val="E46962"/>
          </p15:clr>
        </p15:guide>
        <p15:guide id="10" pos="4280">
          <p15:clr>
            <a:srgbClr val="E46962"/>
          </p15:clr>
        </p15:guide>
        <p15:guide id="11" pos="3758">
          <p15:clr>
            <a:srgbClr val="E46962"/>
          </p15:clr>
        </p15:guide>
        <p15:guide id="12" pos="3825">
          <p15:clr>
            <a:srgbClr val="E46962"/>
          </p15:clr>
        </p15:guide>
        <p15:guide id="13" pos="1024">
          <p15:clr>
            <a:srgbClr val="E46962"/>
          </p15:clr>
        </p15:guide>
        <p15:guide id="14" pos="1091">
          <p15:clr>
            <a:srgbClr val="E46962"/>
          </p15:clr>
        </p15:guide>
        <p15:guide id="15" orient="horz" pos="245">
          <p15:clr>
            <a:srgbClr val="E46962"/>
          </p15:clr>
        </p15:guide>
        <p15:guide id="16" orient="horz" pos="2993">
          <p15:clr>
            <a:srgbClr val="E46962"/>
          </p15:clr>
        </p15:guide>
        <p15:guide id="17" orient="horz" pos="882">
          <p15:clr>
            <a:srgbClr val="E46962"/>
          </p15:clr>
        </p15:guide>
        <p15:guide id="18" orient="horz" pos="949">
          <p15:clr>
            <a:srgbClr val="E46962"/>
          </p15:clr>
        </p15:guide>
        <p15:guide id="19" orient="horz" pos="2289">
          <p15:clr>
            <a:srgbClr val="E46962"/>
          </p15:clr>
        </p15:guide>
        <p15:guide id="20" orient="horz" pos="2356">
          <p15:clr>
            <a:srgbClr val="E46962"/>
          </p15:clr>
        </p15:guide>
        <p15:guide id="21" pos="1479">
          <p15:clr>
            <a:srgbClr val="E46962"/>
          </p15:clr>
        </p15:guide>
        <p15:guide id="22" pos="1546">
          <p15:clr>
            <a:srgbClr val="E46962"/>
          </p15:clr>
        </p15:guide>
        <p15:guide id="23" pos="1935">
          <p15:clr>
            <a:srgbClr val="E46962"/>
          </p15:clr>
        </p15:guide>
        <p15:guide id="24" pos="2002">
          <p15:clr>
            <a:srgbClr val="E46962"/>
          </p15:clr>
        </p15:guide>
        <p15:guide id="25" pos="2391">
          <p15:clr>
            <a:srgbClr val="E46962"/>
          </p15:clr>
        </p15:guide>
        <p15:guide id="26" pos="2458">
          <p15:clr>
            <a:srgbClr val="E46962"/>
          </p15:clr>
        </p15:guide>
        <p15:guide id="27" pos="3302">
          <p15:clr>
            <a:srgbClr val="E46962"/>
          </p15:clr>
        </p15:guide>
        <p15:guide id="28" pos="3369">
          <p15:clr>
            <a:srgbClr val="E46962"/>
          </p15:clr>
        </p15:guide>
        <p15:guide id="29" pos="4669">
          <p15:clr>
            <a:srgbClr val="E46962"/>
          </p15:clr>
        </p15:guide>
        <p15:guide id="30" pos="4736">
          <p15:clr>
            <a:srgbClr val="E46962"/>
          </p15:clr>
        </p15:guide>
        <p15:guide id="31" pos="5125">
          <p15:clr>
            <a:srgbClr val="E46962"/>
          </p15:clr>
        </p15:guide>
        <p15:guide id="32" pos="5192">
          <p15:clr>
            <a:srgbClr val="E46962"/>
          </p15:clr>
        </p15:guide>
        <p15:guide id="33" orient="horz" pos="1585">
          <p15:clr>
            <a:srgbClr val="E46962"/>
          </p15:clr>
        </p15:guide>
        <p15:guide id="34" orient="horz" pos="1653">
          <p15:clr>
            <a:srgbClr val="E46962"/>
          </p15:clr>
        </p15:guide>
        <p15:guide id="35" orient="horz" pos="2909">
          <p15:clr>
            <a:srgbClr val="E46962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50"/>
          <p:cNvSpPr txBox="1">
            <a:spLocks noGrp="1"/>
          </p:cNvSpPr>
          <p:nvPr>
            <p:ph type="subTitle" idx="1"/>
          </p:nvPr>
        </p:nvSpPr>
        <p:spPr>
          <a:xfrm>
            <a:off x="1008000" y="4285050"/>
            <a:ext cx="1573800" cy="3333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Roshni Rajesh Nair</a:t>
            </a:r>
            <a:endParaRPr/>
          </a:p>
        </p:txBody>
      </p:sp>
      <p:sp>
        <p:nvSpPr>
          <p:cNvPr id="419" name="Google Shape;419;p50"/>
          <p:cNvSpPr txBox="1">
            <a:spLocks noGrp="1"/>
          </p:cNvSpPr>
          <p:nvPr>
            <p:ph type="title"/>
          </p:nvPr>
        </p:nvSpPr>
        <p:spPr>
          <a:xfrm>
            <a:off x="1008000" y="587700"/>
            <a:ext cx="4957200" cy="1223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Student Performance Analysis Dashboard</a:t>
            </a:r>
            <a:endParaRPr/>
          </a:p>
        </p:txBody>
      </p:sp>
      <p:pic>
        <p:nvPicPr>
          <p:cNvPr id="420" name="Google Shape;420;p50" descr="An abstract texture of raised wave shapes on a white surface. "/>
          <p:cNvPicPr preferRelativeResize="0"/>
          <p:nvPr/>
        </p:nvPicPr>
        <p:blipFill rotWithShape="1">
          <a:blip r:embed="rId3">
            <a:alphaModFix amt="50000"/>
          </a:blip>
          <a:srcRect l="23650" t="21820" r="43595"/>
          <a:stretch/>
        </p:blipFill>
        <p:spPr>
          <a:xfrm>
            <a:off x="7064775" y="573900"/>
            <a:ext cx="1794600" cy="4283100"/>
          </a:xfrm>
          <a:prstGeom prst="round2DiagRect">
            <a:avLst>
              <a:gd name="adj1" fmla="val 16667"/>
              <a:gd name="adj2" fmla="val 0"/>
            </a:avLst>
          </a:prstGeom>
          <a:noFill/>
          <a:ln>
            <a:noFill/>
          </a:ln>
        </p:spPr>
      </p:pic>
      <p:sp>
        <p:nvSpPr>
          <p:cNvPr id="421" name="Google Shape;421;p50"/>
          <p:cNvSpPr txBox="1"/>
          <p:nvPr/>
        </p:nvSpPr>
        <p:spPr>
          <a:xfrm>
            <a:off x="1101150" y="3594650"/>
            <a:ext cx="4770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Using Excel &amp; Power BI</a:t>
            </a:r>
            <a:endParaRPr sz="12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  <p:pic>
        <p:nvPicPr>
          <p:cNvPr id="422" name="Google Shape;422;p50" title="student-male (1)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30350" y="2037525"/>
            <a:ext cx="1515726" cy="1515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51"/>
          <p:cNvSpPr/>
          <p:nvPr/>
        </p:nvSpPr>
        <p:spPr>
          <a:xfrm flipH="1">
            <a:off x="3178349" y="389400"/>
            <a:ext cx="2787300" cy="1010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8" name="Google Shape;428;p51"/>
          <p:cNvSpPr/>
          <p:nvPr/>
        </p:nvSpPr>
        <p:spPr>
          <a:xfrm flipH="1">
            <a:off x="6071924" y="389400"/>
            <a:ext cx="2787300" cy="1010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29" name="Google Shape;429;p51"/>
          <p:cNvSpPr/>
          <p:nvPr/>
        </p:nvSpPr>
        <p:spPr>
          <a:xfrm flipH="1">
            <a:off x="3178349" y="1506375"/>
            <a:ext cx="2787300" cy="1010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0" name="Google Shape;430;p51"/>
          <p:cNvSpPr/>
          <p:nvPr/>
        </p:nvSpPr>
        <p:spPr>
          <a:xfrm flipH="1">
            <a:off x="6071924" y="1506375"/>
            <a:ext cx="2787300" cy="1010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1" name="Google Shape;431;p51"/>
          <p:cNvSpPr/>
          <p:nvPr/>
        </p:nvSpPr>
        <p:spPr>
          <a:xfrm flipH="1">
            <a:off x="3178349" y="2623350"/>
            <a:ext cx="2787300" cy="1010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2" name="Google Shape;432;p51"/>
          <p:cNvSpPr/>
          <p:nvPr/>
        </p:nvSpPr>
        <p:spPr>
          <a:xfrm flipH="1">
            <a:off x="6071924" y="2623350"/>
            <a:ext cx="2787300" cy="1010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3" name="Google Shape;433;p51"/>
          <p:cNvSpPr/>
          <p:nvPr/>
        </p:nvSpPr>
        <p:spPr>
          <a:xfrm flipH="1">
            <a:off x="3178349" y="3740325"/>
            <a:ext cx="2787300" cy="1010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4" name="Google Shape;434;p51"/>
          <p:cNvSpPr/>
          <p:nvPr/>
        </p:nvSpPr>
        <p:spPr>
          <a:xfrm flipH="1">
            <a:off x="6071924" y="3740325"/>
            <a:ext cx="2787300" cy="10107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35" name="Google Shape;435;p51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2787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Contents</a:t>
            </a:r>
            <a:endParaRPr/>
          </a:p>
        </p:txBody>
      </p:sp>
      <p:sp>
        <p:nvSpPr>
          <p:cNvPr id="436" name="Google Shape;436;p51"/>
          <p:cNvSpPr txBox="1">
            <a:spLocks noGrp="1"/>
          </p:cNvSpPr>
          <p:nvPr>
            <p:ph type="subTitle" idx="3"/>
          </p:nvPr>
        </p:nvSpPr>
        <p:spPr>
          <a:xfrm>
            <a:off x="3348525" y="1911900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Description</a:t>
            </a:r>
            <a:endParaRPr/>
          </a:p>
        </p:txBody>
      </p:sp>
      <p:sp>
        <p:nvSpPr>
          <p:cNvPr id="437" name="Google Shape;437;p51"/>
          <p:cNvSpPr txBox="1">
            <a:spLocks noGrp="1"/>
          </p:cNvSpPr>
          <p:nvPr>
            <p:ph type="subTitle" idx="4"/>
          </p:nvPr>
        </p:nvSpPr>
        <p:spPr>
          <a:xfrm>
            <a:off x="6242100" y="1911900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in Excel</a:t>
            </a:r>
            <a:endParaRPr/>
          </a:p>
        </p:txBody>
      </p:sp>
      <p:sp>
        <p:nvSpPr>
          <p:cNvPr id="438" name="Google Shape;438;p51"/>
          <p:cNvSpPr txBox="1">
            <a:spLocks noGrp="1"/>
          </p:cNvSpPr>
          <p:nvPr>
            <p:ph type="subTitle" idx="1"/>
          </p:nvPr>
        </p:nvSpPr>
        <p:spPr>
          <a:xfrm>
            <a:off x="3348525" y="794925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439" name="Google Shape;439;p51"/>
          <p:cNvSpPr txBox="1">
            <a:spLocks noGrp="1"/>
          </p:cNvSpPr>
          <p:nvPr>
            <p:ph type="subTitle" idx="2"/>
          </p:nvPr>
        </p:nvSpPr>
        <p:spPr>
          <a:xfrm>
            <a:off x="6242100" y="794925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Workflow</a:t>
            </a:r>
            <a:endParaRPr/>
          </a:p>
        </p:txBody>
      </p:sp>
      <p:sp>
        <p:nvSpPr>
          <p:cNvPr id="440" name="Google Shape;440;p51"/>
          <p:cNvSpPr txBox="1">
            <a:spLocks noGrp="1"/>
          </p:cNvSpPr>
          <p:nvPr>
            <p:ph type="subTitle" idx="5"/>
          </p:nvPr>
        </p:nvSpPr>
        <p:spPr>
          <a:xfrm>
            <a:off x="3348525" y="3028875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Modeling in Power BI</a:t>
            </a:r>
            <a:endParaRPr/>
          </a:p>
        </p:txBody>
      </p:sp>
      <p:sp>
        <p:nvSpPr>
          <p:cNvPr id="441" name="Google Shape;441;p51"/>
          <p:cNvSpPr txBox="1">
            <a:spLocks noGrp="1"/>
          </p:cNvSpPr>
          <p:nvPr>
            <p:ph type="subTitle" idx="6"/>
          </p:nvPr>
        </p:nvSpPr>
        <p:spPr>
          <a:xfrm>
            <a:off x="6242100" y="3028875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Overview</a:t>
            </a:r>
            <a:endParaRPr/>
          </a:p>
        </p:txBody>
      </p:sp>
      <p:sp>
        <p:nvSpPr>
          <p:cNvPr id="442" name="Google Shape;442;p51"/>
          <p:cNvSpPr txBox="1">
            <a:spLocks noGrp="1"/>
          </p:cNvSpPr>
          <p:nvPr>
            <p:ph type="subTitle" idx="7"/>
          </p:nvPr>
        </p:nvSpPr>
        <p:spPr>
          <a:xfrm>
            <a:off x="3348525" y="4145850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</a:t>
            </a:r>
            <a:endParaRPr/>
          </a:p>
        </p:txBody>
      </p:sp>
      <p:sp>
        <p:nvSpPr>
          <p:cNvPr id="443" name="Google Shape;443;p51"/>
          <p:cNvSpPr txBox="1">
            <a:spLocks noGrp="1"/>
          </p:cNvSpPr>
          <p:nvPr>
            <p:ph type="subTitle" idx="8"/>
          </p:nvPr>
        </p:nvSpPr>
        <p:spPr>
          <a:xfrm>
            <a:off x="6242100" y="4145850"/>
            <a:ext cx="2460000" cy="452700"/>
          </a:xfrm>
          <a:prstGeom prst="rect">
            <a:avLst/>
          </a:prstGeom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Recommendations</a:t>
            </a:r>
            <a:endParaRPr/>
          </a:p>
        </p:txBody>
      </p:sp>
      <p:sp>
        <p:nvSpPr>
          <p:cNvPr id="444" name="Google Shape;444;p51"/>
          <p:cNvSpPr txBox="1">
            <a:spLocks noGrp="1"/>
          </p:cNvSpPr>
          <p:nvPr>
            <p:ph type="subTitle" idx="9"/>
          </p:nvPr>
        </p:nvSpPr>
        <p:spPr>
          <a:xfrm>
            <a:off x="3348525" y="50602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445" name="Google Shape;445;p51"/>
          <p:cNvSpPr txBox="1">
            <a:spLocks noGrp="1"/>
          </p:cNvSpPr>
          <p:nvPr>
            <p:ph type="subTitle" idx="13"/>
          </p:nvPr>
        </p:nvSpPr>
        <p:spPr>
          <a:xfrm>
            <a:off x="6242100" y="50602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446" name="Google Shape;446;p51"/>
          <p:cNvSpPr txBox="1">
            <a:spLocks noGrp="1"/>
          </p:cNvSpPr>
          <p:nvPr>
            <p:ph type="subTitle" idx="14"/>
          </p:nvPr>
        </p:nvSpPr>
        <p:spPr>
          <a:xfrm>
            <a:off x="3348525" y="162307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447" name="Google Shape;447;p51"/>
          <p:cNvSpPr txBox="1">
            <a:spLocks noGrp="1"/>
          </p:cNvSpPr>
          <p:nvPr>
            <p:ph type="subTitle" idx="15"/>
          </p:nvPr>
        </p:nvSpPr>
        <p:spPr>
          <a:xfrm>
            <a:off x="6242100" y="162307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448" name="Google Shape;448;p51"/>
          <p:cNvSpPr txBox="1">
            <a:spLocks noGrp="1"/>
          </p:cNvSpPr>
          <p:nvPr>
            <p:ph type="subTitle" idx="16"/>
          </p:nvPr>
        </p:nvSpPr>
        <p:spPr>
          <a:xfrm>
            <a:off x="3348525" y="274012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449" name="Google Shape;449;p51"/>
          <p:cNvSpPr txBox="1">
            <a:spLocks noGrp="1"/>
          </p:cNvSpPr>
          <p:nvPr>
            <p:ph type="subTitle" idx="17"/>
          </p:nvPr>
        </p:nvSpPr>
        <p:spPr>
          <a:xfrm>
            <a:off x="6242100" y="274012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50" name="Google Shape;450;p51"/>
          <p:cNvSpPr txBox="1">
            <a:spLocks noGrp="1"/>
          </p:cNvSpPr>
          <p:nvPr>
            <p:ph type="subTitle" idx="18"/>
          </p:nvPr>
        </p:nvSpPr>
        <p:spPr>
          <a:xfrm>
            <a:off x="3348525" y="385717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07</a:t>
            </a:r>
            <a:endParaRPr/>
          </a:p>
        </p:txBody>
      </p:sp>
      <p:sp>
        <p:nvSpPr>
          <p:cNvPr id="451" name="Google Shape;451;p51"/>
          <p:cNvSpPr txBox="1">
            <a:spLocks noGrp="1"/>
          </p:cNvSpPr>
          <p:nvPr>
            <p:ph type="subTitle" idx="19"/>
          </p:nvPr>
        </p:nvSpPr>
        <p:spPr>
          <a:xfrm>
            <a:off x="6242100" y="3857175"/>
            <a:ext cx="2460000" cy="153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08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52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Objective</a:t>
            </a:r>
            <a:endParaRPr/>
          </a:p>
        </p:txBody>
      </p:sp>
      <p:sp>
        <p:nvSpPr>
          <p:cNvPr id="457" name="Google Shape;457;p52"/>
          <p:cNvSpPr txBox="1"/>
          <p:nvPr/>
        </p:nvSpPr>
        <p:spPr>
          <a:xfrm>
            <a:off x="439875" y="1962750"/>
            <a:ext cx="78021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This project analyzes how attendance, study hours, and extracurricular engagement impact student performance and grade improvement.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53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Workflow</a:t>
            </a:r>
            <a:endParaRPr/>
          </a:p>
        </p:txBody>
      </p:sp>
      <p:sp>
        <p:nvSpPr>
          <p:cNvPr id="463" name="Google Shape;463;p53"/>
          <p:cNvSpPr txBox="1"/>
          <p:nvPr/>
        </p:nvSpPr>
        <p:spPr>
          <a:xfrm>
            <a:off x="489575" y="1465775"/>
            <a:ext cx="78021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Collection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Cleaning in Excel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Transformation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Visualization in Power BI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Insights &amp; Conclusion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p54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Set Description</a:t>
            </a:r>
            <a:endParaRPr/>
          </a:p>
        </p:txBody>
      </p:sp>
      <p:sp>
        <p:nvSpPr>
          <p:cNvPr id="469" name="Google Shape;469;p54"/>
          <p:cNvSpPr txBox="1"/>
          <p:nvPr/>
        </p:nvSpPr>
        <p:spPr>
          <a:xfrm>
            <a:off x="489575" y="1465775"/>
            <a:ext cx="7802100" cy="267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Dataset: Student Performance Dataset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Total Records: 1000 Students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Structure: Tabular dataset (Rows = Students, Columns = Attributes)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Tools Used: Excel (Data Cleaning), Power BI (Visualization)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The dataset represents student academic performance and associated behavioral and support factors to analyze their influence on learning outcomes.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55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in Excel</a:t>
            </a:r>
            <a:endParaRPr/>
          </a:p>
        </p:txBody>
      </p:sp>
      <p:sp>
        <p:nvSpPr>
          <p:cNvPr id="475" name="Google Shape;475;p55"/>
          <p:cNvSpPr txBox="1"/>
          <p:nvPr/>
        </p:nvSpPr>
        <p:spPr>
          <a:xfrm>
            <a:off x="430700" y="1001950"/>
            <a:ext cx="7811400" cy="41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AutoNum type="arabicPeriod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Quality Corrections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Generated unique Student IDs using Index logic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Removed duplicate and temporary columns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Corrected invalid values (negative study hours, attendance &gt;100%)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Standardized data types and formats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AutoNum type="arabicPeriod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Missing Value Treatment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Median substitution for Attendance, Study Hours, Previous Grade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Mean substitution for Final Grade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Categorical blanks replaced with “No Response” / “Prefer Not to Say”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365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Conservative imputation for Extracurricular &amp; Online Class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p56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Cleaning in Excel</a:t>
            </a:r>
            <a:endParaRPr/>
          </a:p>
        </p:txBody>
      </p:sp>
      <p:sp>
        <p:nvSpPr>
          <p:cNvPr id="481" name="Google Shape;481;p56"/>
          <p:cNvSpPr txBox="1"/>
          <p:nvPr/>
        </p:nvSpPr>
        <p:spPr>
          <a:xfrm>
            <a:off x="572400" y="1506375"/>
            <a:ext cx="7802100" cy="32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3.	Conditional Columns Creation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Created Performance Category (Excellent–Poor)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Created Attendance &amp; Study Intensity Categories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Created Improvement &amp; Improvement Indicator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9144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Grouped Extracurricular Engagement levels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i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was systematically cleaned, validated, and transformed to ensure analytical reliability and meaningful visualization in Power BI.</a:t>
            </a:r>
            <a:endParaRPr sz="1800" i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57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Modeling in Power BI</a:t>
            </a:r>
            <a:endParaRPr/>
          </a:p>
        </p:txBody>
      </p:sp>
      <p:sp>
        <p:nvSpPr>
          <p:cNvPr id="487" name="Google Shape;487;p57"/>
          <p:cNvSpPr txBox="1"/>
          <p:nvPr/>
        </p:nvSpPr>
        <p:spPr>
          <a:xfrm>
            <a:off x="309375" y="862650"/>
            <a:ext cx="7802100" cy="40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AutoNum type="arabicPeriod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 Calculated Measures 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Total Students – Count of records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Average Final Grade – Mean performance metric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 Performers – Students meeting defined grade threshold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Measures respond dynamically to filters and slicers.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AutoNum type="arabicPeriod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Calculated Column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Result Status (Pass / Fail) created using Final Grade threshold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Enabled categorical classification and performance segmentation.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AutoNum type="arabicPeriod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Calculated Table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strument Sans"/>
              <a:buChar char="●"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Created a Summary Table using aggregated measures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Used for structured performance comparison and category-wise analysis</a:t>
            </a: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58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Modeling in Power BI</a:t>
            </a:r>
            <a:endParaRPr/>
          </a:p>
        </p:txBody>
      </p:sp>
      <p:sp>
        <p:nvSpPr>
          <p:cNvPr id="493" name="Google Shape;493;p58"/>
          <p:cNvSpPr txBox="1"/>
          <p:nvPr/>
        </p:nvSpPr>
        <p:spPr>
          <a:xfrm>
            <a:off x="309375" y="862650"/>
            <a:ext cx="7802100" cy="307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4.	Data Model Relationship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Established a One-to-Many relationship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Performance Summary Table (One)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700"/>
              <a:buFont typeface="Instrument Sans"/>
              <a:buChar char="●"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Main Student Table (Many)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Ensured proper data flow and accurate aggregation across visuals.</a:t>
            </a: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 i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 modeling enhanced analytical structure, enabled dynamic reporting, and ensured reliable aggregation through defined relationships.</a:t>
            </a:r>
            <a:endParaRPr sz="1700" i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59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Dashboard Overview</a:t>
            </a:r>
            <a:endParaRPr/>
          </a:p>
        </p:txBody>
      </p:sp>
      <p:sp>
        <p:nvSpPr>
          <p:cNvPr id="499" name="Google Shape;499;p59"/>
          <p:cNvSpPr txBox="1"/>
          <p:nvPr/>
        </p:nvSpPr>
        <p:spPr>
          <a:xfrm>
            <a:off x="243125" y="1133400"/>
            <a:ext cx="7802100" cy="297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Comprehensive analysis of student academic performance and the factors influencing it, including attendance, study intensity, extracurricular engagement, and support systems.</a:t>
            </a:r>
            <a:endParaRPr sz="1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Performance snapshot through key metrics such as Total Students, Average Attendance, Average Final Grade, and Average Study Hours per Week.</a:t>
            </a:r>
            <a:endParaRPr sz="1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Examine performance distribution, study intensity patterns, attendance impact on grades, and improvement trends across student groups.</a:t>
            </a:r>
            <a:endParaRPr sz="1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Interactive slicers enable segmented analysis by parental support, online class participation, and gender, allowing dynamic exploration of behavioral influences on academic outcomes.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60"/>
          <p:cNvSpPr txBox="1">
            <a:spLocks noGrp="1"/>
          </p:cNvSpPr>
          <p:nvPr>
            <p:ph type="title"/>
          </p:nvPr>
        </p:nvSpPr>
        <p:spPr>
          <a:xfrm>
            <a:off x="284775" y="282900"/>
            <a:ext cx="7851300" cy="49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Key Insights</a:t>
            </a:r>
            <a:endParaRPr/>
          </a:p>
        </p:txBody>
      </p:sp>
      <p:sp>
        <p:nvSpPr>
          <p:cNvPr id="505" name="Google Shape;505;p60"/>
          <p:cNvSpPr txBox="1"/>
          <p:nvPr/>
        </p:nvSpPr>
        <p:spPr>
          <a:xfrm>
            <a:off x="309375" y="1227075"/>
            <a:ext cx="7802100" cy="417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302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Higher attendance percentages are associated with higher average final grades, indicating consistent class participation improves academic outcomes.</a:t>
            </a:r>
            <a:endParaRPr sz="1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Students with moderate to high study intensity levels show stronger performance distribution compared to low study intensity groups.</a:t>
            </a:r>
            <a:endParaRPr sz="1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A significant proportion of students demonstrated academic improvement, suggesting positive learning progression overall.</a:t>
            </a:r>
            <a:endParaRPr sz="1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Extracurricular participation does not negatively impact academic results and may support balanced student development.</a:t>
            </a:r>
            <a:endParaRPr sz="1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457200" lvl="0" indent="-330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Instrument Sans"/>
              <a:buChar char="●"/>
            </a:pPr>
            <a:r>
              <a:rPr lang="en" sz="1600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Most students fall under Good and Excellent categories, indicating overall strong academic performance in the dataset.</a:t>
            </a:r>
            <a:endParaRPr sz="16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1700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61"/>
          <p:cNvSpPr/>
          <p:nvPr/>
        </p:nvSpPr>
        <p:spPr>
          <a:xfrm flipH="1">
            <a:off x="86699" y="944350"/>
            <a:ext cx="2147700" cy="3058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1" name="Google Shape;511;p61"/>
          <p:cNvSpPr/>
          <p:nvPr/>
        </p:nvSpPr>
        <p:spPr>
          <a:xfrm flipH="1">
            <a:off x="2333775" y="944350"/>
            <a:ext cx="2147700" cy="3058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2" name="Google Shape;512;p61"/>
          <p:cNvSpPr/>
          <p:nvPr/>
        </p:nvSpPr>
        <p:spPr>
          <a:xfrm flipH="1">
            <a:off x="4580850" y="944350"/>
            <a:ext cx="2147700" cy="3058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3" name="Google Shape;513;p61"/>
          <p:cNvSpPr/>
          <p:nvPr/>
        </p:nvSpPr>
        <p:spPr>
          <a:xfrm flipH="1">
            <a:off x="86699" y="1265582"/>
            <a:ext cx="2147700" cy="27369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4" name="Google Shape;514;p61"/>
          <p:cNvSpPr/>
          <p:nvPr/>
        </p:nvSpPr>
        <p:spPr>
          <a:xfrm flipH="1">
            <a:off x="4580850" y="1265582"/>
            <a:ext cx="2147700" cy="27369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5" name="Google Shape;515;p61"/>
          <p:cNvSpPr/>
          <p:nvPr/>
        </p:nvSpPr>
        <p:spPr>
          <a:xfrm flipH="1">
            <a:off x="2333775" y="1265582"/>
            <a:ext cx="2147700" cy="27369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16" name="Google Shape;516;p61"/>
          <p:cNvSpPr txBox="1">
            <a:spLocks noGrp="1"/>
          </p:cNvSpPr>
          <p:nvPr>
            <p:ph type="body" idx="1"/>
          </p:nvPr>
        </p:nvSpPr>
        <p:spPr>
          <a:xfrm>
            <a:off x="86675" y="2052954"/>
            <a:ext cx="2147700" cy="1949400"/>
          </a:xfrm>
          <a:prstGeom prst="rect">
            <a:avLst/>
          </a:prstGeom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Implement early alerts for students with declining attendance to prevent performance drop.</a:t>
            </a:r>
            <a:endParaRPr sz="1300"/>
          </a:p>
        </p:txBody>
      </p:sp>
      <p:sp>
        <p:nvSpPr>
          <p:cNvPr id="517" name="Google Shape;517;p61"/>
          <p:cNvSpPr txBox="1">
            <a:spLocks noGrp="1"/>
          </p:cNvSpPr>
          <p:nvPr>
            <p:ph type="subTitle" idx="4"/>
          </p:nvPr>
        </p:nvSpPr>
        <p:spPr>
          <a:xfrm>
            <a:off x="86675" y="1047311"/>
            <a:ext cx="1249200" cy="143400"/>
          </a:xfrm>
          <a:prstGeom prst="rect">
            <a:avLst/>
          </a:prstGeom>
        </p:spPr>
        <p:txBody>
          <a:bodyPr spcFirstLastPara="1" wrap="square" lIns="85200" tIns="85200" rIns="85200" bIns="85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31"/>
              <a:t>01</a:t>
            </a:r>
            <a:endParaRPr sz="931"/>
          </a:p>
        </p:txBody>
      </p:sp>
      <p:sp>
        <p:nvSpPr>
          <p:cNvPr id="518" name="Google Shape;518;p61"/>
          <p:cNvSpPr txBox="1">
            <a:spLocks noGrp="1"/>
          </p:cNvSpPr>
          <p:nvPr>
            <p:ph type="subTitle" idx="5"/>
          </p:nvPr>
        </p:nvSpPr>
        <p:spPr>
          <a:xfrm>
            <a:off x="2333820" y="1047311"/>
            <a:ext cx="1249200" cy="143400"/>
          </a:xfrm>
          <a:prstGeom prst="rect">
            <a:avLst/>
          </a:prstGeom>
        </p:spPr>
        <p:txBody>
          <a:bodyPr spcFirstLastPara="1" wrap="square" lIns="85200" tIns="85200" rIns="85200" bIns="85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31"/>
              <a:t>02</a:t>
            </a:r>
            <a:endParaRPr sz="931"/>
          </a:p>
        </p:txBody>
      </p:sp>
      <p:sp>
        <p:nvSpPr>
          <p:cNvPr id="519" name="Google Shape;519;p61"/>
          <p:cNvSpPr txBox="1">
            <a:spLocks noGrp="1"/>
          </p:cNvSpPr>
          <p:nvPr>
            <p:ph type="subTitle" idx="6"/>
          </p:nvPr>
        </p:nvSpPr>
        <p:spPr>
          <a:xfrm>
            <a:off x="4580965" y="1047311"/>
            <a:ext cx="1249200" cy="143400"/>
          </a:xfrm>
          <a:prstGeom prst="rect">
            <a:avLst/>
          </a:prstGeom>
        </p:spPr>
        <p:txBody>
          <a:bodyPr spcFirstLastPara="1" wrap="square" lIns="85200" tIns="85200" rIns="85200" bIns="85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31"/>
              <a:t>03</a:t>
            </a:r>
            <a:endParaRPr sz="931"/>
          </a:p>
        </p:txBody>
      </p:sp>
      <p:sp>
        <p:nvSpPr>
          <p:cNvPr id="520" name="Google Shape;520;p61"/>
          <p:cNvSpPr txBox="1">
            <a:spLocks noGrp="1"/>
          </p:cNvSpPr>
          <p:nvPr>
            <p:ph type="title"/>
          </p:nvPr>
        </p:nvSpPr>
        <p:spPr>
          <a:xfrm>
            <a:off x="86675" y="1436492"/>
            <a:ext cx="2147700" cy="636900"/>
          </a:xfrm>
          <a:prstGeom prst="rect">
            <a:avLst/>
          </a:prstGeom>
        </p:spPr>
        <p:txBody>
          <a:bodyPr spcFirstLastPara="1" wrap="square" lIns="85200" tIns="85200" rIns="85200" bIns="852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77"/>
              <a:t> Improve Attendance Monitoring</a:t>
            </a:r>
            <a:endParaRPr sz="1677"/>
          </a:p>
        </p:txBody>
      </p:sp>
      <p:sp>
        <p:nvSpPr>
          <p:cNvPr id="521" name="Google Shape;521;p61"/>
          <p:cNvSpPr txBox="1">
            <a:spLocks noGrp="1"/>
          </p:cNvSpPr>
          <p:nvPr>
            <p:ph type="title" idx="7"/>
          </p:nvPr>
        </p:nvSpPr>
        <p:spPr>
          <a:xfrm>
            <a:off x="2333820" y="1436492"/>
            <a:ext cx="2147700" cy="869100"/>
          </a:xfrm>
          <a:prstGeom prst="rect">
            <a:avLst/>
          </a:prstGeom>
        </p:spPr>
        <p:txBody>
          <a:bodyPr spcFirstLastPara="1" wrap="square" lIns="85200" tIns="85200" rIns="85200" bIns="852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77"/>
              <a:t>Encourage Structured Study Plans</a:t>
            </a:r>
            <a:endParaRPr sz="1677"/>
          </a:p>
        </p:txBody>
      </p:sp>
      <p:sp>
        <p:nvSpPr>
          <p:cNvPr id="522" name="Google Shape;522;p61"/>
          <p:cNvSpPr txBox="1">
            <a:spLocks noGrp="1"/>
          </p:cNvSpPr>
          <p:nvPr>
            <p:ph type="title" idx="8"/>
          </p:nvPr>
        </p:nvSpPr>
        <p:spPr>
          <a:xfrm>
            <a:off x="4580965" y="1436492"/>
            <a:ext cx="2147700" cy="636900"/>
          </a:xfrm>
          <a:prstGeom prst="rect">
            <a:avLst/>
          </a:prstGeom>
        </p:spPr>
        <p:txBody>
          <a:bodyPr spcFirstLastPara="1" wrap="square" lIns="85200" tIns="85200" rIns="85200" bIns="852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77"/>
              <a:t>Support At-Risk Students</a:t>
            </a:r>
            <a:endParaRPr sz="1677"/>
          </a:p>
        </p:txBody>
      </p:sp>
      <p:sp>
        <p:nvSpPr>
          <p:cNvPr id="523" name="Google Shape;523;p61"/>
          <p:cNvSpPr txBox="1">
            <a:spLocks noGrp="1"/>
          </p:cNvSpPr>
          <p:nvPr>
            <p:ph type="body" idx="2"/>
          </p:nvPr>
        </p:nvSpPr>
        <p:spPr>
          <a:xfrm>
            <a:off x="2333820" y="2052954"/>
            <a:ext cx="2147700" cy="1949400"/>
          </a:xfrm>
          <a:prstGeom prst="rect">
            <a:avLst/>
          </a:prstGeom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Promote moderate-to-high study intensity habits through guided schedules or academic mentoring.</a:t>
            </a:r>
            <a:endParaRPr sz="1300"/>
          </a:p>
        </p:txBody>
      </p:sp>
      <p:sp>
        <p:nvSpPr>
          <p:cNvPr id="524" name="Google Shape;524;p61"/>
          <p:cNvSpPr txBox="1">
            <a:spLocks noGrp="1"/>
          </p:cNvSpPr>
          <p:nvPr>
            <p:ph type="body" idx="3"/>
          </p:nvPr>
        </p:nvSpPr>
        <p:spPr>
          <a:xfrm>
            <a:off x="4580965" y="2052954"/>
            <a:ext cx="2147700" cy="1949400"/>
          </a:xfrm>
          <a:prstGeom prst="rect">
            <a:avLst/>
          </a:prstGeom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/>
              <a:t>Use performance and improvement indicators to identify and support students showing declining trends.</a:t>
            </a:r>
            <a:endParaRPr sz="1300"/>
          </a:p>
        </p:txBody>
      </p:sp>
      <p:sp>
        <p:nvSpPr>
          <p:cNvPr id="525" name="Google Shape;525;p61"/>
          <p:cNvSpPr txBox="1">
            <a:spLocks noGrp="1"/>
          </p:cNvSpPr>
          <p:nvPr>
            <p:ph type="title" idx="9"/>
          </p:nvPr>
        </p:nvSpPr>
        <p:spPr>
          <a:xfrm>
            <a:off x="194025" y="-80570"/>
            <a:ext cx="8574900" cy="10764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80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000000"/>
                </a:solidFill>
              </a:rPr>
              <a:t>Recommendations</a:t>
            </a:r>
            <a:endParaRPr sz="3600" dirty="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526" name="Google Shape;526;p61"/>
          <p:cNvSpPr/>
          <p:nvPr/>
        </p:nvSpPr>
        <p:spPr>
          <a:xfrm flipH="1">
            <a:off x="6909616" y="944350"/>
            <a:ext cx="2147700" cy="30582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7" name="Google Shape;527;p61"/>
          <p:cNvSpPr/>
          <p:nvPr/>
        </p:nvSpPr>
        <p:spPr>
          <a:xfrm flipH="1">
            <a:off x="6909616" y="1265588"/>
            <a:ext cx="2147700" cy="2736900"/>
          </a:xfrm>
          <a:prstGeom prst="round2DiagRect">
            <a:avLst>
              <a:gd name="adj1" fmla="val 16667"/>
              <a:gd name="adj2" fmla="val 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30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528" name="Google Shape;528;p61"/>
          <p:cNvSpPr txBox="1">
            <a:spLocks noGrp="1"/>
          </p:cNvSpPr>
          <p:nvPr>
            <p:ph type="body" idx="1"/>
          </p:nvPr>
        </p:nvSpPr>
        <p:spPr>
          <a:xfrm>
            <a:off x="6909550" y="2052974"/>
            <a:ext cx="2147700" cy="1949400"/>
          </a:xfrm>
          <a:prstGeom prst="rect">
            <a:avLst/>
          </a:prstGeom>
        </p:spPr>
        <p:txBody>
          <a:bodyPr spcFirstLastPara="1" wrap="square" lIns="85200" tIns="85200" rIns="85200" bIns="8520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300"/>
              <a:t>Encourage extracurricular participation alongside academics to maintain holistic development.</a:t>
            </a:r>
            <a:endParaRPr sz="13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31"/>
          </a:p>
        </p:txBody>
      </p:sp>
      <p:sp>
        <p:nvSpPr>
          <p:cNvPr id="529" name="Google Shape;529;p61"/>
          <p:cNvSpPr txBox="1">
            <a:spLocks noGrp="1"/>
          </p:cNvSpPr>
          <p:nvPr>
            <p:ph type="subTitle" idx="4"/>
          </p:nvPr>
        </p:nvSpPr>
        <p:spPr>
          <a:xfrm>
            <a:off x="6909550" y="1047313"/>
            <a:ext cx="1249200" cy="143400"/>
          </a:xfrm>
          <a:prstGeom prst="rect">
            <a:avLst/>
          </a:prstGeom>
        </p:spPr>
        <p:txBody>
          <a:bodyPr spcFirstLastPara="1" wrap="square" lIns="85200" tIns="85200" rIns="85200" bIns="852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31"/>
              <a:t>04</a:t>
            </a:r>
            <a:endParaRPr sz="931"/>
          </a:p>
        </p:txBody>
      </p:sp>
      <p:sp>
        <p:nvSpPr>
          <p:cNvPr id="530" name="Google Shape;530;p61"/>
          <p:cNvSpPr txBox="1">
            <a:spLocks noGrp="1"/>
          </p:cNvSpPr>
          <p:nvPr>
            <p:ph type="title"/>
          </p:nvPr>
        </p:nvSpPr>
        <p:spPr>
          <a:xfrm>
            <a:off x="6909550" y="1436501"/>
            <a:ext cx="2147700" cy="636900"/>
          </a:xfrm>
          <a:prstGeom prst="rect">
            <a:avLst/>
          </a:prstGeom>
        </p:spPr>
        <p:txBody>
          <a:bodyPr spcFirstLastPara="1" wrap="square" lIns="85200" tIns="85200" rIns="85200" bIns="852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77"/>
              <a:t>Promote Balanced Engagement</a:t>
            </a:r>
            <a:endParaRPr sz="1677"/>
          </a:p>
        </p:txBody>
      </p:sp>
      <p:sp>
        <p:nvSpPr>
          <p:cNvPr id="531" name="Google Shape;531;p61"/>
          <p:cNvSpPr txBox="1"/>
          <p:nvPr/>
        </p:nvSpPr>
        <p:spPr>
          <a:xfrm>
            <a:off x="695750" y="4381500"/>
            <a:ext cx="80508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i="1">
                <a:solidFill>
                  <a:schemeClr val="lt1"/>
                </a:solidFill>
                <a:latin typeface="Instrument Sans"/>
                <a:ea typeface="Instrument Sans"/>
                <a:cs typeface="Instrument Sans"/>
                <a:sym typeface="Instrument Sans"/>
              </a:rPr>
              <a:t>Data-driven monitoring enables early intervention, improved academic outcomes, and structured student development strategies.</a:t>
            </a:r>
            <a:endParaRPr sz="1600" i="1">
              <a:solidFill>
                <a:schemeClr val="lt1"/>
              </a:solidFill>
              <a:latin typeface="Instrument Sans"/>
              <a:ea typeface="Instrument Sans"/>
              <a:cs typeface="Instrument Sans"/>
              <a:sym typeface="Instrument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62"/>
          <p:cNvSpPr txBox="1">
            <a:spLocks noGrp="1"/>
          </p:cNvSpPr>
          <p:nvPr>
            <p:ph type="title"/>
          </p:nvPr>
        </p:nvSpPr>
        <p:spPr>
          <a:xfrm>
            <a:off x="791700" y="2110950"/>
            <a:ext cx="3727200" cy="8118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rket Research Review | Bento">
  <a:themeElements>
    <a:clrScheme name="Simple Light">
      <a:dk1>
        <a:srgbClr val="F0F0F0"/>
      </a:dk1>
      <a:lt1>
        <a:srgbClr val="3D3D3D"/>
      </a:lt1>
      <a:dk2>
        <a:srgbClr val="FFBDE9"/>
      </a:dk2>
      <a:lt2>
        <a:srgbClr val="FFFCFA"/>
      </a:lt2>
      <a:accent1>
        <a:srgbClr val="FE5418"/>
      </a:accent1>
      <a:accent2>
        <a:srgbClr val="5237E6"/>
      </a:accent2>
      <a:accent3>
        <a:srgbClr val="7DDA92"/>
      </a:accent3>
      <a:accent4>
        <a:srgbClr val="B8A7FF"/>
      </a:accent4>
      <a:accent5>
        <a:srgbClr val="039366"/>
      </a:accent5>
      <a:accent6>
        <a:srgbClr val="E992D5"/>
      </a:accent6>
      <a:hlink>
        <a:srgbClr val="E1E5E4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668</Words>
  <Application>Microsoft Office PowerPoint</Application>
  <PresentationFormat>On-screen Show (16:9)</PresentationFormat>
  <Paragraphs>109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Instrument Sans</vt:lpstr>
      <vt:lpstr>Arial</vt:lpstr>
      <vt:lpstr>Instrument Sans SemiBold</vt:lpstr>
      <vt:lpstr>Outfit</vt:lpstr>
      <vt:lpstr>Outfit SemiBold</vt:lpstr>
      <vt:lpstr>Instrument Sans Medium</vt:lpstr>
      <vt:lpstr>Market Research Review | Bento</vt:lpstr>
      <vt:lpstr>Student Performance Analysis Dashboard</vt:lpstr>
      <vt:lpstr>Contents</vt:lpstr>
      <vt:lpstr>Objective</vt:lpstr>
      <vt:lpstr>Project Workflow</vt:lpstr>
      <vt:lpstr>Data Set Description</vt:lpstr>
      <vt:lpstr>Data Cleaning in Excel</vt:lpstr>
      <vt:lpstr>Data Cleaning in Excel</vt:lpstr>
      <vt:lpstr>Data Modeling in Power BI</vt:lpstr>
      <vt:lpstr>Data Modeling in Power BI</vt:lpstr>
      <vt:lpstr>Dashboard Overview</vt:lpstr>
      <vt:lpstr>Key Insights</vt:lpstr>
      <vt:lpstr> Improve Attendance Monitoring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Roshni Rajesh</cp:lastModifiedBy>
  <cp:revision>1</cp:revision>
  <dcterms:modified xsi:type="dcterms:W3CDTF">2026-03-03T02:17:50Z</dcterms:modified>
</cp:coreProperties>
</file>